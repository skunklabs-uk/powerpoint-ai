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08.svg" ContentType="image/svg+xml"/>
  <Override PartName="/ppt/media/image109.svg" ContentType="image/svg+xml"/>
  <Override PartName="/ppt/media/image112.svg" ContentType="image/svg+xml"/>
  <Override PartName="/ppt/media/image113.svg" ContentType="image/svg+xml"/>
  <Override PartName="/ppt/media/image114.svg" ContentType="image/svg+xml"/>
  <Override PartName="/ppt/media/image115.svg" ContentType="image/svg+xml"/>
  <Override PartName="/ppt/media/image122.svg" ContentType="image/svg+xml"/>
  <Override PartName="/ppt/media/image14.svg" ContentType="image/svg+xml"/>
  <Override PartName="/ppt/media/image15.svg" ContentType="image/svg+xml"/>
  <Override PartName="/ppt/media/image153.svg" ContentType="image/svg+xml"/>
  <Override PartName="/ppt/media/image154.svg" ContentType="image/svg+xml"/>
  <Override PartName="/ppt/media/image155.svg" ContentType="image/svg+xml"/>
  <Override PartName="/ppt/media/image156.svg" ContentType="image/svg+xml"/>
  <Override PartName="/ppt/media/image157.svg" ContentType="image/svg+xml"/>
  <Override PartName="/ppt/media/image159.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5"/>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32"/>
    <p:sldId id="2147482508" r:id="rId16"/>
    <p:sldId id="2147482447" r:id="rId17"/>
    <p:sldId id="2147482503" r:id="rId18"/>
    <p:sldId id="2147482507" r:id="rId19"/>
    <p:sldId id="2147482510" r:id="rId20"/>
    <p:sldId id="2147482511" r:id="rId21"/>
    <p:sldId id="2147482512" r:id="rId22"/>
    <p:sldId id="2147482513" r:id="rId23"/>
    <p:sldId id="10722" r:id="rId24"/>
  </p:sldIdLst>
  <p:sldSz cx="12192000" cy="6858000"/>
  <p:notesSz cx="7315200" cy="9601200"/>
  <p:custDataLst>
    <p:tags r:id="rId26"/>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autoAdjust="0"/>
    <p:restoredTop sz="94679" autoAdjust="0"/>
  </p:normalViewPr>
  <p:slideViewPr>
    <p:cSldViewPr snapToGrid="0">
      <p:cViewPr>
        <p:scale>
          <a:sx n="90" d="100"/>
          <a:sy n="90" d="100"/>
        </p:scale>
        <p:origin x="-288" y="-168"/>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06/07/2026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11</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13</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theme" Target="../theme/theme2.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13.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 Id="rId3" Type="http://schemas.openxmlformats.org/officeDocument/2006/relationships/notesSlide" Target="../notesSlides/notesSlide2.xml"/><Relationship Id="rId4" Type="http://schemas.openxmlformats.org/officeDocument/2006/relationships/image" Target="../media/image14.svg"/><Relationship Id="rId5"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9.xml"/><Relationship Id="rId3" Type="http://schemas.openxmlformats.org/officeDocument/2006/relationships/notesSlide" Target="../notesSlides/notesSlide3.xml"/><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 Id="rId7" Type="http://schemas.openxmlformats.org/officeDocument/2006/relationships/image" Target="../media/image19.svg"/><Relationship Id="rId8" Type="http://schemas.openxmlformats.org/officeDocument/2006/relationships/image" Target="../media/image20.svg"/><Relationship Id="rId9" Type="http://schemas.openxmlformats.org/officeDocument/2006/relationships/image" Target="../media/image21.svg"/><Relationship Id="rId10" Type="http://schemas.openxmlformats.org/officeDocument/2006/relationships/image" Target="../media/image22.svg"/><Relationship Id="rId11" Type="http://schemas.openxmlformats.org/officeDocument/2006/relationships/image" Target="../media/image23.svg"/><Relationship Id="rId12" Type="http://schemas.openxmlformats.org/officeDocument/2006/relationships/image" Target="../media/image24.svg"/><Relationship Id="rId13" Type="http://schemas.openxmlformats.org/officeDocument/2006/relationships/image" Target="../media/image25.svg"/><Relationship Id="rId14" Type="http://schemas.openxmlformats.org/officeDocument/2006/relationships/image" Target="../media/image26.svg"/><Relationship Id="rId15" Type="http://schemas.openxmlformats.org/officeDocument/2006/relationships/image" Target="../media/image27.svg"/><Relationship Id="rId16" Type="http://schemas.openxmlformats.org/officeDocument/2006/relationships/image" Target="../media/image28.svg"/><Relationship Id="rId17" Type="http://schemas.openxmlformats.org/officeDocument/2006/relationships/image" Target="../media/image29.svg"/><Relationship Id="rId18" Type="http://schemas.openxmlformats.org/officeDocument/2006/relationships/image" Target="../media/image30.svg"/><Relationship Id="rId19" Type="http://schemas.openxmlformats.org/officeDocument/2006/relationships/image" Target="../media/image31.svg"/><Relationship Id="rId20" Type="http://schemas.openxmlformats.org/officeDocument/2006/relationships/image" Target="../media/image15.svg"/><Relationship Id="rId21" Type="http://schemas.openxmlformats.org/officeDocument/2006/relationships/image" Target="../media/image32.sv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9.xml"/><Relationship Id="rId3" Type="http://schemas.openxmlformats.org/officeDocument/2006/relationships/notesSlide" Target="../notesSlides/notesSlide4.xml"/><Relationship Id="rId4" Type="http://schemas.openxmlformats.org/officeDocument/2006/relationships/image" Target="../media/image33.svg"/><Relationship Id="rId5" Type="http://schemas.openxmlformats.org/officeDocument/2006/relationships/image" Target="../media/image34.svg"/><Relationship Id="rId6" Type="http://schemas.openxmlformats.org/officeDocument/2006/relationships/image" Target="../media/image35.svg"/><Relationship Id="rId7" Type="http://schemas.openxmlformats.org/officeDocument/2006/relationships/image" Target="../media/image36.svg"/><Relationship Id="rId8" Type="http://schemas.openxmlformats.org/officeDocument/2006/relationships/image" Target="../media/image37.svg"/><Relationship Id="rId9" Type="http://schemas.openxmlformats.org/officeDocument/2006/relationships/image" Target="../media/image15.svg"/><Relationship Id="rId10" Type="http://schemas.openxmlformats.org/officeDocument/2006/relationships/image" Target="../media/image32.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9.xml"/><Relationship Id="rId3" Type="http://schemas.openxmlformats.org/officeDocument/2006/relationships/notesSlide" Target="../notesSlides/notesSlide5.xml"/><Relationship Id="rId4" Type="http://schemas.openxmlformats.org/officeDocument/2006/relationships/image" Target="../media/image21.svg"/><Relationship Id="rId5" Type="http://schemas.openxmlformats.org/officeDocument/2006/relationships/image" Target="../media/image22.svg"/><Relationship Id="rId6" Type="http://schemas.openxmlformats.org/officeDocument/2006/relationships/image" Target="../media/image24.svg"/><Relationship Id="rId7" Type="http://schemas.openxmlformats.org/officeDocument/2006/relationships/image" Target="../media/image25.svg"/><Relationship Id="rId8" Type="http://schemas.openxmlformats.org/officeDocument/2006/relationships/image" Target="../media/image38.svg"/><Relationship Id="rId9" Type="http://schemas.openxmlformats.org/officeDocument/2006/relationships/image" Target="../media/image39.svg"/><Relationship Id="rId10" Type="http://schemas.openxmlformats.org/officeDocument/2006/relationships/image" Target="../media/image40.svg"/><Relationship Id="rId11" Type="http://schemas.openxmlformats.org/officeDocument/2006/relationships/image" Target="../media/image41.svg"/><Relationship Id="rId12" Type="http://schemas.openxmlformats.org/officeDocument/2006/relationships/image" Target="../media/image15.svg"/><Relationship Id="rId13" Type="http://schemas.openxmlformats.org/officeDocument/2006/relationships/image" Target="../media/image42.svg"/><Relationship Id="rId14" Type="http://schemas.openxmlformats.org/officeDocument/2006/relationships/image" Target="../media/image3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openxmlformats.org/officeDocument/2006/relationships/image" Target="../media/image15.svg"/><Relationship Id="rId4" Type="http://schemas.openxmlformats.org/officeDocument/2006/relationships/image" Target="../media/image44.sv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9.xml"/><Relationship Id="rId3" Type="http://schemas.openxmlformats.org/officeDocument/2006/relationships/notesSlide" Target="../notesSlides/notesSlide6.xml"/><Relationship Id="rId4" Type="http://schemas.openxmlformats.org/officeDocument/2006/relationships/image" Target="../media/image45.svg"/><Relationship Id="rId5" Type="http://schemas.openxmlformats.org/officeDocument/2006/relationships/image" Target="../media/image46.svg"/><Relationship Id="rId6" Type="http://schemas.openxmlformats.org/officeDocument/2006/relationships/image" Target="../media/image16.svg"/><Relationship Id="rId7" Type="http://schemas.openxmlformats.org/officeDocument/2006/relationships/image" Target="../media/image47.svg"/><Relationship Id="rId8" Type="http://schemas.openxmlformats.org/officeDocument/2006/relationships/image" Target="../media/image48.svg"/><Relationship Id="rId9" Type="http://schemas.openxmlformats.org/officeDocument/2006/relationships/image" Target="../media/image49.svg"/><Relationship Id="rId10" Type="http://schemas.openxmlformats.org/officeDocument/2006/relationships/image" Target="../media/image50.svg"/><Relationship Id="rId11" Type="http://schemas.openxmlformats.org/officeDocument/2006/relationships/image" Target="../media/image51.svg"/><Relationship Id="rId12" Type="http://schemas.openxmlformats.org/officeDocument/2006/relationships/image" Target="../media/image52.svg"/><Relationship Id="rId13" Type="http://schemas.openxmlformats.org/officeDocument/2006/relationships/image" Target="../media/image29.svg"/><Relationship Id="rId14" Type="http://schemas.openxmlformats.org/officeDocument/2006/relationships/image" Target="../media/image53.svg"/><Relationship Id="rId15" Type="http://schemas.openxmlformats.org/officeDocument/2006/relationships/image" Target="../media/image27.svg"/><Relationship Id="rId16" Type="http://schemas.openxmlformats.org/officeDocument/2006/relationships/image" Target="../media/image54.svg"/><Relationship Id="rId17" Type="http://schemas.openxmlformats.org/officeDocument/2006/relationships/image" Target="../media/image15.svg"/><Relationship Id="rId18" Type="http://schemas.openxmlformats.org/officeDocument/2006/relationships/image" Target="../media/image44.sv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9.xml"/><Relationship Id="rId3" Type="http://schemas.openxmlformats.org/officeDocument/2006/relationships/notesSlide" Target="../notesSlides/notesSlide7.xml"/><Relationship Id="rId4" Type="http://schemas.openxmlformats.org/officeDocument/2006/relationships/image" Target="../media/image55.svg"/><Relationship Id="rId5" Type="http://schemas.openxmlformats.org/officeDocument/2006/relationships/image" Target="../media/image56.svg"/><Relationship Id="rId6" Type="http://schemas.openxmlformats.org/officeDocument/2006/relationships/image" Target="../media/image57.svg"/><Relationship Id="rId7" Type="http://schemas.openxmlformats.org/officeDocument/2006/relationships/image" Target="../media/image58.svg"/><Relationship Id="rId8" Type="http://schemas.openxmlformats.org/officeDocument/2006/relationships/image" Target="../media/image59.svg"/><Relationship Id="rId9" Type="http://schemas.openxmlformats.org/officeDocument/2006/relationships/image" Target="../media/image60.svg"/><Relationship Id="rId10" Type="http://schemas.openxmlformats.org/officeDocument/2006/relationships/image" Target="../media/image61.svg"/><Relationship Id="rId11" Type="http://schemas.openxmlformats.org/officeDocument/2006/relationships/image" Target="../media/image62.svg"/><Relationship Id="rId12" Type="http://schemas.openxmlformats.org/officeDocument/2006/relationships/image" Target="../media/image63.svg"/><Relationship Id="rId13" Type="http://schemas.openxmlformats.org/officeDocument/2006/relationships/image" Target="../media/image64.svg"/><Relationship Id="rId14" Type="http://schemas.openxmlformats.org/officeDocument/2006/relationships/image" Target="../media/image65.svg"/><Relationship Id="rId15" Type="http://schemas.openxmlformats.org/officeDocument/2006/relationships/image" Target="../media/image66.svg"/><Relationship Id="rId16" Type="http://schemas.openxmlformats.org/officeDocument/2006/relationships/image" Target="../media/image67.svg"/><Relationship Id="rId17" Type="http://schemas.openxmlformats.org/officeDocument/2006/relationships/image" Target="../media/image68.svg"/><Relationship Id="rId18" Type="http://schemas.openxmlformats.org/officeDocument/2006/relationships/image" Target="../media/image69.svg"/><Relationship Id="rId19" Type="http://schemas.openxmlformats.org/officeDocument/2006/relationships/image" Target="../media/image70.svg"/><Relationship Id="rId20" Type="http://schemas.openxmlformats.org/officeDocument/2006/relationships/image" Target="../media/image71.svg"/><Relationship Id="rId21" Type="http://schemas.openxmlformats.org/officeDocument/2006/relationships/image" Target="../media/image72.svg"/><Relationship Id="rId22" Type="http://schemas.openxmlformats.org/officeDocument/2006/relationships/image" Target="../media/image73.svg"/><Relationship Id="rId23" Type="http://schemas.openxmlformats.org/officeDocument/2006/relationships/image" Target="../media/image74.svg"/><Relationship Id="rId24" Type="http://schemas.openxmlformats.org/officeDocument/2006/relationships/image" Target="../media/image75.svg"/><Relationship Id="rId25" Type="http://schemas.openxmlformats.org/officeDocument/2006/relationships/image" Target="../media/image76.svg"/><Relationship Id="rId26" Type="http://schemas.openxmlformats.org/officeDocument/2006/relationships/image" Target="../media/image77.svg"/><Relationship Id="rId27" Type="http://schemas.openxmlformats.org/officeDocument/2006/relationships/image" Target="../media/image78.svg"/><Relationship Id="rId28" Type="http://schemas.openxmlformats.org/officeDocument/2006/relationships/image" Target="../media/image79.svg"/><Relationship Id="rId29" Type="http://schemas.openxmlformats.org/officeDocument/2006/relationships/image" Target="../media/image80.svg"/><Relationship Id="rId30" Type="http://schemas.openxmlformats.org/officeDocument/2006/relationships/image" Target="../media/image81.svg"/><Relationship Id="rId31" Type="http://schemas.openxmlformats.org/officeDocument/2006/relationships/image" Target="../media/image82.svg"/><Relationship Id="rId32" Type="http://schemas.openxmlformats.org/officeDocument/2006/relationships/image" Target="../media/image83.svg"/><Relationship Id="rId33" Type="http://schemas.openxmlformats.org/officeDocument/2006/relationships/image" Target="../media/image84.svg"/><Relationship Id="rId34" Type="http://schemas.openxmlformats.org/officeDocument/2006/relationships/image" Target="../media/image85.svg"/><Relationship Id="rId35" Type="http://schemas.openxmlformats.org/officeDocument/2006/relationships/image" Target="../media/image15.svg"/><Relationship Id="rId36" Type="http://schemas.openxmlformats.org/officeDocument/2006/relationships/image" Target="../media/image42.svg"/><Relationship Id="rId37"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9.xml"/><Relationship Id="rId3" Type="http://schemas.openxmlformats.org/officeDocument/2006/relationships/notesSlide" Target="../notesSlides/notesSlide8.xml"/><Relationship Id="rId4" Type="http://schemas.openxmlformats.org/officeDocument/2006/relationships/image" Target="../media/image15.svg"/><Relationship Id="rId5" Type="http://schemas.openxmlformats.org/officeDocument/2006/relationships/image" Target="../media/image42.svg"/><Relationship Id="rId6" Type="http://schemas.openxmlformats.org/officeDocument/2006/relationships/image" Target="../media/image32.svg"/><Relationship Id="rId7" Type="http://schemas.openxmlformats.org/officeDocument/2006/relationships/image" Target="../media/image86.svg"/><Relationship Id="rId8" Type="http://schemas.openxmlformats.org/officeDocument/2006/relationships/image" Target="../media/image87.svg"/><Relationship Id="rId9" Type="http://schemas.openxmlformats.org/officeDocument/2006/relationships/image" Target="../media/image88.svg"/><Relationship Id="rId10" Type="http://schemas.openxmlformats.org/officeDocument/2006/relationships/image" Target="../media/image89.sv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svg"/><Relationship Id="rId14" Type="http://schemas.openxmlformats.org/officeDocument/2006/relationships/image" Target="../media/image93.svg"/><Relationship Id="rId15" Type="http://schemas.openxmlformats.org/officeDocument/2006/relationships/image" Target="../media/image94.svg"/><Relationship Id="rId16" Type="http://schemas.openxmlformats.org/officeDocument/2006/relationships/image" Target="../media/image95.sv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9.xml"/><Relationship Id="rId3" Type="http://schemas.openxmlformats.org/officeDocument/2006/relationships/notesSlide" Target="../notesSlides/notesSlide9.xml"/><Relationship Id="rId4" Type="http://schemas.openxmlformats.org/officeDocument/2006/relationships/image" Target="../media/image96.svg"/><Relationship Id="rId5" Type="http://schemas.openxmlformats.org/officeDocument/2006/relationships/image" Target="../media/image97.svg"/><Relationship Id="rId6" Type="http://schemas.openxmlformats.org/officeDocument/2006/relationships/image" Target="../media/image98.svg"/><Relationship Id="rId7" Type="http://schemas.openxmlformats.org/officeDocument/2006/relationships/image" Target="../media/image99.svg"/><Relationship Id="rId8" Type="http://schemas.openxmlformats.org/officeDocument/2006/relationships/image" Target="../media/image15.svg"/><Relationship Id="rId9" Type="http://schemas.openxmlformats.org/officeDocument/2006/relationships/image" Target="../media/image42.svg"/><Relationship Id="rId10" Type="http://schemas.openxmlformats.org/officeDocument/2006/relationships/image" Target="../media/image32.svg"/><Relationship Id="rId11" Type="http://schemas.openxmlformats.org/officeDocument/2006/relationships/image" Target="../media/image21.svg"/><Relationship Id="rId12" Type="http://schemas.openxmlformats.org/officeDocument/2006/relationships/image" Target="../media/image90.png"/><Relationship Id="rId13" Type="http://schemas.openxmlformats.org/officeDocument/2006/relationships/image" Target="../media/image47.svg"/><Relationship Id="rId14" Type="http://schemas.openxmlformats.org/officeDocument/2006/relationships/image" Target="../media/image100.svg"/><Relationship Id="rId15" Type="http://schemas.openxmlformats.org/officeDocument/2006/relationships/image" Target="../media/image101.svg"/><Relationship Id="rId16" Type="http://schemas.openxmlformats.org/officeDocument/2006/relationships/image" Target="../media/image102.svg"/><Relationship Id="rId17" Type="http://schemas.openxmlformats.org/officeDocument/2006/relationships/image" Target="../media/image91.png"/></Relationships>
</file>

<file path=ppt/slides/_rels/slide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9.xml"/><Relationship Id="rId3" Type="http://schemas.openxmlformats.org/officeDocument/2006/relationships/notesSlide" Target="../notesSlides/notesSlide10.xml"/><Relationship Id="rId4" Type="http://schemas.openxmlformats.org/officeDocument/2006/relationships/image" Target="../media/image91.png"/><Relationship Id="rId5" Type="http://schemas.openxmlformats.org/officeDocument/2006/relationships/image" Target="../media/image90.png"/><Relationship Id="rId6" Type="http://schemas.openxmlformats.org/officeDocument/2006/relationships/image" Target="../media/image103.svg"/><Relationship Id="rId7" Type="http://schemas.openxmlformats.org/officeDocument/2006/relationships/image" Target="../media/image104.svg"/><Relationship Id="rId8" Type="http://schemas.openxmlformats.org/officeDocument/2006/relationships/image" Target="../media/image105.svg"/><Relationship Id="rId9" Type="http://schemas.openxmlformats.org/officeDocument/2006/relationships/image" Target="../media/image106.svg"/><Relationship Id="rId10" Type="http://schemas.openxmlformats.org/officeDocument/2006/relationships/image" Target="../media/image107.svg"/><Relationship Id="rId11" Type="http://schemas.openxmlformats.org/officeDocument/2006/relationships/image" Target="../media/image108.svg"/><Relationship Id="rId12" Type="http://schemas.openxmlformats.org/officeDocument/2006/relationships/image" Target="../media/image109.svg"/><Relationship Id="rId13" Type="http://schemas.openxmlformats.org/officeDocument/2006/relationships/image" Target="../media/image15.svg"/><Relationship Id="rId14" Type="http://schemas.openxmlformats.org/officeDocument/2006/relationships/image" Target="../media/image4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10.emf"/><Relationship Id="rId3" Type="http://schemas.openxmlformats.org/officeDocument/2006/relationships/image" Target="../media/image111.png"/></Relationships>
</file>

<file path=ppt/slides/_rels/slide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9.xml"/><Relationship Id="rId3" Type="http://schemas.openxmlformats.org/officeDocument/2006/relationships/notesSlide" Target="../notesSlides/notesSlide11.xml"/><Relationship Id="rId4" Type="http://schemas.openxmlformats.org/officeDocument/2006/relationships/image" Target="../media/image112.svg"/><Relationship Id="rId5" Type="http://schemas.openxmlformats.org/officeDocument/2006/relationships/image" Target="../media/image113.svg"/><Relationship Id="rId6" Type="http://schemas.openxmlformats.org/officeDocument/2006/relationships/image" Target="../media/image114.svg"/><Relationship Id="rId7" Type="http://schemas.openxmlformats.org/officeDocument/2006/relationships/image" Target="../media/image115.sv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90.png"/><Relationship Id="rId12" Type="http://schemas.openxmlformats.org/officeDocument/2006/relationships/image" Target="../media/image119.png"/><Relationship Id="rId13" Type="http://schemas.openxmlformats.org/officeDocument/2006/relationships/image" Target="../media/image120.png"/><Relationship Id="rId14" Type="http://schemas.openxmlformats.org/officeDocument/2006/relationships/image" Target="../media/image121.png"/><Relationship Id="rId15" Type="http://schemas.openxmlformats.org/officeDocument/2006/relationships/image" Target="../media/image122.svg"/><Relationship Id="rId16" Type="http://schemas.openxmlformats.org/officeDocument/2006/relationships/image" Target="../media/image123.png"/><Relationship Id="rId17" Type="http://schemas.openxmlformats.org/officeDocument/2006/relationships/image" Target="../media/image124.png"/><Relationship Id="rId18" Type="http://schemas.openxmlformats.org/officeDocument/2006/relationships/image" Target="../media/image125.png"/><Relationship Id="rId19" Type="http://schemas.openxmlformats.org/officeDocument/2006/relationships/image" Target="../media/image126.png"/><Relationship Id="rId20" Type="http://schemas.openxmlformats.org/officeDocument/2006/relationships/image" Target="../media/image127.png"/><Relationship Id="rId21" Type="http://schemas.openxmlformats.org/officeDocument/2006/relationships/image" Target="../media/image128.png"/><Relationship Id="rId22" Type="http://schemas.openxmlformats.org/officeDocument/2006/relationships/image" Target="../media/image129.png"/><Relationship Id="rId23" Type="http://schemas.openxmlformats.org/officeDocument/2006/relationships/image" Target="../media/image130.png"/><Relationship Id="rId24" Type="http://schemas.openxmlformats.org/officeDocument/2006/relationships/image" Target="../media/image131.png"/><Relationship Id="rId25" Type="http://schemas.openxmlformats.org/officeDocument/2006/relationships/image" Target="../media/image132.png"/><Relationship Id="rId26" Type="http://schemas.openxmlformats.org/officeDocument/2006/relationships/image" Target="../media/image133.png"/><Relationship Id="rId27" Type="http://schemas.openxmlformats.org/officeDocument/2006/relationships/image" Target="../media/image134.png"/><Relationship Id="rId28" Type="http://schemas.openxmlformats.org/officeDocument/2006/relationships/image" Target="../media/image135.png"/><Relationship Id="rId29" Type="http://schemas.openxmlformats.org/officeDocument/2006/relationships/image" Target="../media/image136.png"/><Relationship Id="rId30" Type="http://schemas.openxmlformats.org/officeDocument/2006/relationships/image" Target="../media/image137.png"/><Relationship Id="rId31" Type="http://schemas.openxmlformats.org/officeDocument/2006/relationships/image" Target="../media/image138.png"/><Relationship Id="rId32" Type="http://schemas.openxmlformats.org/officeDocument/2006/relationships/image" Target="../media/image139.png"/><Relationship Id="rId33" Type="http://schemas.openxmlformats.org/officeDocument/2006/relationships/image" Target="../media/image140.png"/><Relationship Id="rId34" Type="http://schemas.openxmlformats.org/officeDocument/2006/relationships/image" Target="../media/image141.png"/><Relationship Id="rId35" Type="http://schemas.openxmlformats.org/officeDocument/2006/relationships/image" Target="../media/image142.png"/><Relationship Id="rId36" Type="http://schemas.openxmlformats.org/officeDocument/2006/relationships/image" Target="../media/image143.png"/></Relationships>
</file>

<file path=ppt/slides/_rels/slide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9.xml"/><Relationship Id="rId3" Type="http://schemas.openxmlformats.org/officeDocument/2006/relationships/notesSlide" Target="../notesSlides/notesSlide12.xml"/><Relationship Id="rId4" Type="http://schemas.openxmlformats.org/officeDocument/2006/relationships/image" Target="../media/image121.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19.png"/><Relationship Id="rId9" Type="http://schemas.openxmlformats.org/officeDocument/2006/relationships/image" Target="../media/image122.sv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91.png"/><Relationship Id="rId13" Type="http://schemas.openxmlformats.org/officeDocument/2006/relationships/image" Target="../media/image146.png"/><Relationship Id="rId14" Type="http://schemas.openxmlformats.org/officeDocument/2006/relationships/image" Target="../media/image147.png"/><Relationship Id="rId15" Type="http://schemas.openxmlformats.org/officeDocument/2006/relationships/image" Target="../media/image148.png"/><Relationship Id="rId16" Type="http://schemas.openxmlformats.org/officeDocument/2006/relationships/image" Target="../media/image138.png"/><Relationship Id="rId17" Type="http://schemas.openxmlformats.org/officeDocument/2006/relationships/image" Target="../media/image139.png"/><Relationship Id="rId18" Type="http://schemas.openxmlformats.org/officeDocument/2006/relationships/image" Target="../media/image140.png"/><Relationship Id="rId19" Type="http://schemas.openxmlformats.org/officeDocument/2006/relationships/image" Target="../media/image141.png"/><Relationship Id="rId20" Type="http://schemas.openxmlformats.org/officeDocument/2006/relationships/image" Target="../media/image142.png"/><Relationship Id="rId21" Type="http://schemas.openxmlformats.org/officeDocument/2006/relationships/image" Target="../media/image143.png"/><Relationship Id="rId22" Type="http://schemas.openxmlformats.org/officeDocument/2006/relationships/image" Target="../media/image149.png"/><Relationship Id="rId23" Type="http://schemas.openxmlformats.org/officeDocument/2006/relationships/image" Target="../media/image150.png"/><Relationship Id="rId24" Type="http://schemas.openxmlformats.org/officeDocument/2006/relationships/image" Target="../media/image151.png"/><Relationship Id="rId25" Type="http://schemas.openxmlformats.org/officeDocument/2006/relationships/image" Target="../media/image152.png"/><Relationship Id="rId26" Type="http://schemas.openxmlformats.org/officeDocument/2006/relationships/image" Target="../media/image153.svg"/><Relationship Id="rId27" Type="http://schemas.openxmlformats.org/officeDocument/2006/relationships/image" Target="../media/image129.png"/><Relationship Id="rId28" Type="http://schemas.openxmlformats.org/officeDocument/2006/relationships/image" Target="../media/image154.svg"/><Relationship Id="rId29" Type="http://schemas.openxmlformats.org/officeDocument/2006/relationships/image" Target="../media/image155.svg"/><Relationship Id="rId30" Type="http://schemas.openxmlformats.org/officeDocument/2006/relationships/image" Target="../media/image156.svg"/><Relationship Id="rId31" Type="http://schemas.openxmlformats.org/officeDocument/2006/relationships/image" Target="../media/image157.svg"/><Relationship Id="rId32" Type="http://schemas.openxmlformats.org/officeDocument/2006/relationships/image" Target="../media/image112.svg"/><Relationship Id="rId33" Type="http://schemas.openxmlformats.org/officeDocument/2006/relationships/image" Target="../media/image113.svg"/><Relationship Id="rId34" Type="http://schemas.openxmlformats.org/officeDocument/2006/relationships/image" Target="../media/image158.png"/><Relationship Id="rId35" Type="http://schemas.openxmlformats.org/officeDocument/2006/relationships/image" Target="../media/image159.svg"/></Relationships>
</file>

<file path=ppt/slides/_rels/slide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9.xml"/><Relationship Id="rId3" Type="http://schemas.openxmlformats.org/officeDocument/2006/relationships/notesSlide" Target="../notesSlides/notesSlide13.xml"/><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4.xml"/><Relationship Id="rId4" Type="http://schemas.openxmlformats.org/officeDocument/2006/relationships/image" Target="../media/image161.png"/></Relationships>
</file>

<file path=ppt/slides/_rels/slide17.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9.xml"/><Relationship Id="rId3" Type="http://schemas.openxmlformats.org/officeDocument/2006/relationships/notesSlide" Target="../notesSlides/notesSlide15.xml"/><Relationship Id="rId4" Type="http://schemas.openxmlformats.org/officeDocument/2006/relationships/image" Target="../media/image162.png"/></Relationships>
</file>

<file path=ppt/slides/_rels/slide1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9.xml"/><Relationship Id="rId3" Type="http://schemas.openxmlformats.org/officeDocument/2006/relationships/notesSlide" Target="../notesSlides/notesSlide16.xml"/><Relationship Id="rId4" Type="http://schemas.openxmlformats.org/officeDocument/2006/relationships/image" Target="../media/image1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4.jpeg"/><Relationship Id="rId3" Type="http://schemas.openxmlformats.org/officeDocument/2006/relationships/image" Target="../media/image1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Entrambe coprono l'intero processo; cambia dove si concentra il lavoro</a:t>
            </a:r>
          </a:p>
        </p:txBody>
      </p:sp>
      <p:sp>
        <p:nvSpPr>
          <p:cNvPr id="6" name="Rounded Rectangle 5"/>
          <p:cNvSpPr/>
          <p:nvPr/>
        </p:nvSpPr>
        <p:spPr>
          <a:xfrm>
            <a:off x="713232" y="722376"/>
            <a:ext cx="10579608" cy="43891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790956"/>
            <a:ext cx="10213848" cy="274320"/>
          </a:xfrm>
          <a:prstGeom prst="rect">
            <a:avLst/>
          </a:prstGeom>
          <a:noFill/>
        </p:spPr>
        <p:txBody>
          <a:bodyPr wrap="square" lIns="45720" rIns="45720" tIns="9144" bIns="9144" anchor="ctr">
            <a:spAutoFit/>
          </a:bodyPr>
          <a:lstStyle/>
          <a:p>
            <a:pPr algn="ctr">
              <a:spcAft>
                <a:spcPts val="0"/>
              </a:spcAft>
            </a:pPr>
            <a:r>
              <a:rPr sz="940" b="0">
                <a:solidFill>
                  <a:srgbClr val="2C3740"/>
                </a:solidFill>
                <a:latin typeface="Poppins"/>
              </a:rPr>
              <a:t>Copertura tecnologica non significa progetto pronto: fonti, regole, soglie e responsabilità restano da definire in entrambi gli scenari.</a:t>
            </a:r>
          </a:p>
        </p:txBody>
      </p:sp>
      <p:sp>
        <p:nvSpPr>
          <p:cNvPr id="8" name="Rounded Rectangle 7"/>
          <p:cNvSpPr/>
          <p:nvPr/>
        </p:nvSpPr>
        <p:spPr>
          <a:xfrm>
            <a:off x="713232" y="1307592"/>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99032"/>
            <a:ext cx="2057400" cy="173736"/>
          </a:xfrm>
          <a:prstGeom prst="rect">
            <a:avLst/>
          </a:prstGeom>
          <a:noFill/>
        </p:spPr>
        <p:txBody>
          <a:bodyPr wrap="square" lIns="45720" rIns="45720" tIns="9144" bIns="9144" anchor="ctr">
            <a:spAutoFit/>
          </a:bodyPr>
          <a:lstStyle/>
          <a:p>
            <a:pPr algn="l">
              <a:spcAft>
                <a:spcPts val="0"/>
              </a:spcAft>
            </a:pPr>
            <a:r>
              <a:rPr sz="919" b="1">
                <a:solidFill>
                  <a:srgbClr val="64717A"/>
                </a:solidFill>
                <a:latin typeface="Poppins"/>
              </a:rPr>
              <a:t>PROCESSO END-TO-END</a:t>
            </a:r>
          </a:p>
        </p:txBody>
      </p:sp>
      <p:sp>
        <p:nvSpPr>
          <p:cNvPr id="10" name="TextBox 9"/>
          <p:cNvSpPr txBox="1"/>
          <p:nvPr/>
        </p:nvSpPr>
        <p:spPr>
          <a:xfrm>
            <a:off x="896112" y="1618488"/>
            <a:ext cx="2057400" cy="173736"/>
          </a:xfrm>
          <a:prstGeom prst="rect">
            <a:avLst/>
          </a:prstGeom>
          <a:noFill/>
        </p:spPr>
        <p:txBody>
          <a:bodyPr wrap="square" lIns="45720" rIns="45720" tIns="9144" bIns="9144" anchor="ctr">
            <a:spAutoFit/>
          </a:bodyPr>
          <a:lstStyle/>
          <a:p>
            <a:pPr algn="l">
              <a:spcAft>
                <a:spcPts val="0"/>
              </a:spcAft>
            </a:pPr>
            <a:r>
              <a:rPr sz="810" b="0">
                <a:solidFill>
                  <a:srgbClr val="64717A"/>
                </a:solidFill>
                <a:latin typeface="Poppins"/>
              </a:rPr>
              <a:t>8 passaggi della blueprint</a:t>
            </a:r>
          </a:p>
        </p:txBody>
      </p:sp>
      <p:sp>
        <p:nvSpPr>
          <p:cNvPr id="11" name="Rounded Rectangle 10"/>
          <p:cNvSpPr/>
          <p:nvPr/>
        </p:nvSpPr>
        <p:spPr>
          <a:xfrm>
            <a:off x="3300984" y="1307592"/>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0984" y="1307592"/>
            <a:ext cx="73152" cy="621792"/>
          </a:xfrm>
          <a:prstGeom prst="rect">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371600"/>
            <a:ext cx="3547872" cy="201168"/>
          </a:xfrm>
          <a:prstGeom prst="rect">
            <a:avLst/>
          </a:prstGeom>
          <a:noFill/>
        </p:spPr>
        <p:txBody>
          <a:bodyPr wrap="square" lIns="45720" rIns="45720" tIns="9144" bIns="9144" anchor="ctr">
            <a:spAutoFit/>
          </a:bodyPr>
          <a:lstStyle/>
          <a:p>
            <a:pPr algn="l">
              <a:spcAft>
                <a:spcPts val="0"/>
              </a:spcAft>
            </a:pPr>
            <a:r>
              <a:rPr sz="1350" b="1">
                <a:solidFill>
                  <a:srgbClr val="2C3740"/>
                </a:solidFill>
                <a:latin typeface="Poppins"/>
              </a:rPr>
              <a:t>AWS | Stack componibile</a:t>
            </a:r>
          </a:p>
        </p:txBody>
      </p:sp>
      <p:sp>
        <p:nvSpPr>
          <p:cNvPr id="14" name="TextBox 13"/>
          <p:cNvSpPr txBox="1"/>
          <p:nvPr/>
        </p:nvSpPr>
        <p:spPr>
          <a:xfrm>
            <a:off x="3502152" y="1600200"/>
            <a:ext cx="3547872" cy="201168"/>
          </a:xfrm>
          <a:prstGeom prst="rect">
            <a:avLst/>
          </a:prstGeom>
          <a:noFill/>
        </p:spPr>
        <p:txBody>
          <a:bodyPr wrap="square" lIns="45720" rIns="45720" tIns="9144" bIns="9144" anchor="ctr">
            <a:spAutoFit/>
          </a:bodyPr>
          <a:lstStyle/>
          <a:p>
            <a:pPr algn="l">
              <a:spcAft>
                <a:spcPts val="0"/>
              </a:spcAft>
            </a:pPr>
            <a:r>
              <a:rPr sz="830" b="0">
                <a:solidFill>
                  <a:srgbClr val="64717A"/>
                </a:solidFill>
                <a:latin typeface="Poppins"/>
              </a:rPr>
              <a:t>8/8 passaggi copribili con componenti coordinati</a:t>
            </a:r>
          </a:p>
        </p:txBody>
      </p:sp>
      <p:sp>
        <p:nvSpPr>
          <p:cNvPr id="15" name="Rounded Rectangle 14"/>
          <p:cNvSpPr/>
          <p:nvPr/>
        </p:nvSpPr>
        <p:spPr>
          <a:xfrm>
            <a:off x="7379208" y="1307592"/>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79208" y="1307592"/>
            <a:ext cx="73152" cy="621792"/>
          </a:xfrm>
          <a:prstGeom prst="rect">
            <a:avLst/>
          </a:prstGeom>
          <a:solidFill>
            <a:srgbClr val="26B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0376" y="1371600"/>
            <a:ext cx="3547872" cy="201168"/>
          </a:xfrm>
          <a:prstGeom prst="rect">
            <a:avLst/>
          </a:prstGeom>
          <a:noFill/>
        </p:spPr>
        <p:txBody>
          <a:bodyPr wrap="square" lIns="45720" rIns="45720" tIns="9144" bIns="9144" anchor="ctr">
            <a:spAutoFit/>
          </a:bodyPr>
          <a:lstStyle/>
          <a:p>
            <a:pPr algn="l">
              <a:spcAft>
                <a:spcPts val="0"/>
              </a:spcAft>
            </a:pPr>
            <a:r>
              <a:rPr sz="1350" b="1">
                <a:solidFill>
                  <a:srgbClr val="2C3740"/>
                </a:solidFill>
                <a:latin typeface="Poppins"/>
              </a:rPr>
              <a:t>Qlik | Piattaforma Qlik + Talend</a:t>
            </a:r>
          </a:p>
        </p:txBody>
      </p:sp>
      <p:sp>
        <p:nvSpPr>
          <p:cNvPr id="18" name="TextBox 17"/>
          <p:cNvSpPr txBox="1"/>
          <p:nvPr/>
        </p:nvSpPr>
        <p:spPr>
          <a:xfrm>
            <a:off x="7580376" y="1600200"/>
            <a:ext cx="3547872" cy="201168"/>
          </a:xfrm>
          <a:prstGeom prst="rect">
            <a:avLst/>
          </a:prstGeom>
          <a:noFill/>
        </p:spPr>
        <p:txBody>
          <a:bodyPr wrap="square" lIns="45720" rIns="45720" tIns="9144" bIns="9144" anchor="ctr">
            <a:spAutoFit/>
          </a:bodyPr>
          <a:lstStyle/>
          <a:p>
            <a:pPr algn="l">
              <a:spcAft>
                <a:spcPts val="0"/>
              </a:spcAft>
            </a:pPr>
            <a:r>
              <a:rPr sz="830" b="0">
                <a:solidFill>
                  <a:srgbClr val="64717A"/>
                </a:solidFill>
                <a:latin typeface="Poppins"/>
              </a:rPr>
              <a:t>8/8 passaggi copribili in un ambiente più integrato</a:t>
            </a:r>
          </a:p>
        </p:txBody>
      </p:sp>
      <p:sp>
        <p:nvSpPr>
          <p:cNvPr id="19" name="Rounded Rectangle 18"/>
          <p:cNvSpPr/>
          <p:nvPr/>
        </p:nvSpPr>
        <p:spPr>
          <a:xfrm>
            <a:off x="713232" y="202996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2" y="209854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2104948"/>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1</a:t>
            </a:r>
          </a:p>
        </p:txBody>
      </p:sp>
      <p:sp>
        <p:nvSpPr>
          <p:cNvPr id="22" name="TextBox 21"/>
          <p:cNvSpPr txBox="1"/>
          <p:nvPr/>
        </p:nvSpPr>
        <p:spPr>
          <a:xfrm>
            <a:off x="1133856" y="2080260"/>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Fonti e acquisizione</a:t>
            </a:r>
          </a:p>
        </p:txBody>
      </p:sp>
      <p:sp>
        <p:nvSpPr>
          <p:cNvPr id="23" name="Rounded Rectangle 22"/>
          <p:cNvSpPr/>
          <p:nvPr/>
        </p:nvSpPr>
        <p:spPr>
          <a:xfrm>
            <a:off x="3300984" y="202996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92424" y="209854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9856" y="210860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26" name="TextBox 25"/>
          <p:cNvSpPr txBox="1"/>
          <p:nvPr/>
        </p:nvSpPr>
        <p:spPr>
          <a:xfrm>
            <a:off x="4599431" y="208026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Connettori e codice coordinati da Dagster</a:t>
            </a:r>
          </a:p>
        </p:txBody>
      </p:sp>
      <p:sp>
        <p:nvSpPr>
          <p:cNvPr id="27" name="Rounded Rectangle 26"/>
          <p:cNvSpPr/>
          <p:nvPr/>
        </p:nvSpPr>
        <p:spPr>
          <a:xfrm>
            <a:off x="7379208" y="202996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70648" y="2098548"/>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0" y="2108606"/>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30" name="TextBox 29"/>
          <p:cNvSpPr txBox="1"/>
          <p:nvPr/>
        </p:nvSpPr>
        <p:spPr>
          <a:xfrm>
            <a:off x="8677656" y="208026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Acquisizione con Qlik Talend Cloud</a:t>
            </a:r>
          </a:p>
        </p:txBody>
      </p:sp>
      <p:sp>
        <p:nvSpPr>
          <p:cNvPr id="31" name="Rounded Rectangle 30"/>
          <p:cNvSpPr/>
          <p:nvPr/>
        </p:nvSpPr>
        <p:spPr>
          <a:xfrm>
            <a:off x="713232" y="2459736"/>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2" y="2528316"/>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2534716"/>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2</a:t>
            </a:r>
          </a:p>
        </p:txBody>
      </p:sp>
      <p:sp>
        <p:nvSpPr>
          <p:cNvPr id="34" name="TextBox 33"/>
          <p:cNvSpPr txBox="1"/>
          <p:nvPr/>
        </p:nvSpPr>
        <p:spPr>
          <a:xfrm>
            <a:off x="1133856" y="2510028"/>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Conservazione degli input</a:t>
            </a:r>
          </a:p>
        </p:txBody>
      </p:sp>
      <p:sp>
        <p:nvSpPr>
          <p:cNvPr id="35" name="Rounded Rectangle 34"/>
          <p:cNvSpPr/>
          <p:nvPr/>
        </p:nvSpPr>
        <p:spPr>
          <a:xfrm>
            <a:off x="3300984" y="2459736"/>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92424" y="252831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9856" y="253837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38" name="TextBox 37"/>
          <p:cNvSpPr txBox="1"/>
          <p:nvPr/>
        </p:nvSpPr>
        <p:spPr>
          <a:xfrm>
            <a:off x="4599431" y="251002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Database e object storage su AWS</a:t>
            </a:r>
          </a:p>
        </p:txBody>
      </p:sp>
      <p:sp>
        <p:nvSpPr>
          <p:cNvPr id="39" name="Rounded Rectangle 38"/>
          <p:cNvSpPr/>
          <p:nvPr/>
        </p:nvSpPr>
        <p:spPr>
          <a:xfrm>
            <a:off x="7379208" y="2459736"/>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470648" y="2528316"/>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0" y="2538374"/>
            <a:ext cx="1042415" cy="201168"/>
          </a:xfrm>
          <a:prstGeom prst="rect">
            <a:avLst/>
          </a:prstGeom>
          <a:noFill/>
        </p:spPr>
        <p:txBody>
          <a:bodyPr wrap="square" lIns="45720" rIns="45720" tIns="9144" bIns="9144" anchor="ctr">
            <a:spAutoFit/>
          </a:bodyPr>
          <a:lstStyle/>
          <a:p>
            <a:pPr algn="ctr">
              <a:spcAft>
                <a:spcPts val="0"/>
              </a:spcAft>
            </a:pPr>
            <a:r>
              <a:rPr sz="680" b="1">
                <a:solidFill>
                  <a:srgbClr val="DCA037"/>
                </a:solidFill>
                <a:latin typeface="Poppins"/>
              </a:rPr>
              <a:t>DA COMPLETARE</a:t>
            </a:r>
          </a:p>
        </p:txBody>
      </p:sp>
      <p:sp>
        <p:nvSpPr>
          <p:cNvPr id="42" name="TextBox 41"/>
          <p:cNvSpPr txBox="1"/>
          <p:nvPr/>
        </p:nvSpPr>
        <p:spPr>
          <a:xfrm>
            <a:off x="8677656" y="251002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Storage storico ancora da scegliere</a:t>
            </a:r>
          </a:p>
        </p:txBody>
      </p:sp>
      <p:sp>
        <p:nvSpPr>
          <p:cNvPr id="43" name="Rounded Rectangle 42"/>
          <p:cNvSpPr/>
          <p:nvPr/>
        </p:nvSpPr>
        <p:spPr>
          <a:xfrm>
            <a:off x="713232" y="2889504"/>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2" y="2958084"/>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2964484"/>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3</a:t>
            </a:r>
          </a:p>
        </p:txBody>
      </p:sp>
      <p:sp>
        <p:nvSpPr>
          <p:cNvPr id="46" name="TextBox 45"/>
          <p:cNvSpPr txBox="1"/>
          <p:nvPr/>
        </p:nvSpPr>
        <p:spPr>
          <a:xfrm>
            <a:off x="1133856" y="2939796"/>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Preparazione e mapping</a:t>
            </a:r>
          </a:p>
        </p:txBody>
      </p:sp>
      <p:sp>
        <p:nvSpPr>
          <p:cNvPr id="47" name="Rounded Rectangle 46"/>
          <p:cNvSpPr/>
          <p:nvPr/>
        </p:nvSpPr>
        <p:spPr>
          <a:xfrm>
            <a:off x="3300984" y="2889504"/>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392424" y="2958084"/>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9856" y="2968142"/>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50" name="TextBox 49"/>
          <p:cNvSpPr txBox="1"/>
          <p:nvPr/>
        </p:nvSpPr>
        <p:spPr>
          <a:xfrm>
            <a:off x="4599431" y="293979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dbt e tabelle di corrispondenza</a:t>
            </a:r>
          </a:p>
        </p:txBody>
      </p:sp>
      <p:sp>
        <p:nvSpPr>
          <p:cNvPr id="51" name="Rounded Rectangle 50"/>
          <p:cNvSpPr/>
          <p:nvPr/>
        </p:nvSpPr>
        <p:spPr>
          <a:xfrm>
            <a:off x="7379208" y="2889504"/>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470648" y="2958084"/>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80" y="2968142"/>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54" name="TextBox 53"/>
          <p:cNvSpPr txBox="1"/>
          <p:nvPr/>
        </p:nvSpPr>
        <p:spPr>
          <a:xfrm>
            <a:off x="8677656" y="293979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Preparazione e mapping con Talend</a:t>
            </a:r>
          </a:p>
        </p:txBody>
      </p:sp>
      <p:sp>
        <p:nvSpPr>
          <p:cNvPr id="55" name="Rounded Rectangle 54"/>
          <p:cNvSpPr/>
          <p:nvPr/>
        </p:nvSpPr>
        <p:spPr>
          <a:xfrm>
            <a:off x="713232" y="3319272"/>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04672" y="3387852"/>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672" y="3394252"/>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4</a:t>
            </a:r>
          </a:p>
        </p:txBody>
      </p:sp>
      <p:sp>
        <p:nvSpPr>
          <p:cNvPr id="58" name="TextBox 57"/>
          <p:cNvSpPr txBox="1"/>
          <p:nvPr/>
        </p:nvSpPr>
        <p:spPr>
          <a:xfrm>
            <a:off x="1133856" y="3369564"/>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Regole, allocazioni e calcoli</a:t>
            </a:r>
          </a:p>
        </p:txBody>
      </p:sp>
      <p:sp>
        <p:nvSpPr>
          <p:cNvPr id="59" name="Rounded Rectangle 58"/>
          <p:cNvSpPr/>
          <p:nvPr/>
        </p:nvSpPr>
        <p:spPr>
          <a:xfrm>
            <a:off x="3300984" y="3319272"/>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392424" y="3387852"/>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9856" y="3397910"/>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62" name="TextBox 61"/>
          <p:cNvSpPr txBox="1"/>
          <p:nvPr/>
        </p:nvSpPr>
        <p:spPr>
          <a:xfrm>
            <a:off x="4599431" y="3369564"/>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Modelli dbt e codice per le regole CDG</a:t>
            </a:r>
          </a:p>
        </p:txBody>
      </p:sp>
      <p:sp>
        <p:nvSpPr>
          <p:cNvPr id="63" name="Rounded Rectangle 62"/>
          <p:cNvSpPr/>
          <p:nvPr/>
        </p:nvSpPr>
        <p:spPr>
          <a:xfrm>
            <a:off x="7379208" y="3319272"/>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470648" y="3387852"/>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98080" y="3397910"/>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66" name="TextBox 65"/>
          <p:cNvSpPr txBox="1"/>
          <p:nvPr/>
        </p:nvSpPr>
        <p:spPr>
          <a:xfrm>
            <a:off x="8677656" y="3369564"/>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Procedure Talend, SQL o moduli dedicati</a:t>
            </a:r>
          </a:p>
        </p:txBody>
      </p:sp>
      <p:sp>
        <p:nvSpPr>
          <p:cNvPr id="67" name="Rounded Rectangle 66"/>
          <p:cNvSpPr/>
          <p:nvPr/>
        </p:nvSpPr>
        <p:spPr>
          <a:xfrm>
            <a:off x="713232" y="3749039"/>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04672" y="3817620"/>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4672" y="3824020"/>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5</a:t>
            </a:r>
          </a:p>
        </p:txBody>
      </p:sp>
      <p:sp>
        <p:nvSpPr>
          <p:cNvPr id="70" name="TextBox 69"/>
          <p:cNvSpPr txBox="1"/>
          <p:nvPr/>
        </p:nvSpPr>
        <p:spPr>
          <a:xfrm>
            <a:off x="1133856" y="3799331"/>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Qualità e riconciliazione</a:t>
            </a:r>
          </a:p>
        </p:txBody>
      </p:sp>
      <p:sp>
        <p:nvSpPr>
          <p:cNvPr id="71" name="Rounded Rectangle 70"/>
          <p:cNvSpPr/>
          <p:nvPr/>
        </p:nvSpPr>
        <p:spPr>
          <a:xfrm>
            <a:off x="3300984" y="3749039"/>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3392424" y="3817620"/>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19856" y="3827678"/>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74" name="TextBox 73"/>
          <p:cNvSpPr txBox="1"/>
          <p:nvPr/>
        </p:nvSpPr>
        <p:spPr>
          <a:xfrm>
            <a:off x="4599431" y="3799331"/>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Test dbt, controlli Dagster e soglie</a:t>
            </a:r>
          </a:p>
        </p:txBody>
      </p:sp>
      <p:sp>
        <p:nvSpPr>
          <p:cNvPr id="75" name="Rounded Rectangle 74"/>
          <p:cNvSpPr/>
          <p:nvPr/>
        </p:nvSpPr>
        <p:spPr>
          <a:xfrm>
            <a:off x="7379208" y="3749039"/>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470648" y="3817620"/>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498080" y="3827678"/>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78" name="TextBox 77"/>
          <p:cNvSpPr txBox="1"/>
          <p:nvPr/>
        </p:nvSpPr>
        <p:spPr>
          <a:xfrm>
            <a:off x="8677656" y="3799331"/>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Controlli Talend e soglie da impostare</a:t>
            </a:r>
          </a:p>
        </p:txBody>
      </p:sp>
      <p:sp>
        <p:nvSpPr>
          <p:cNvPr id="79" name="Rounded Rectangle 78"/>
          <p:cNvSpPr/>
          <p:nvPr/>
        </p:nvSpPr>
        <p:spPr>
          <a:xfrm>
            <a:off x="713232" y="4178808"/>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04672" y="424738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4672" y="4253788"/>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6</a:t>
            </a:r>
          </a:p>
        </p:txBody>
      </p:sp>
      <p:sp>
        <p:nvSpPr>
          <p:cNvPr id="82" name="TextBox 81"/>
          <p:cNvSpPr txBox="1"/>
          <p:nvPr/>
        </p:nvSpPr>
        <p:spPr>
          <a:xfrm>
            <a:off x="1133856" y="4229100"/>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Actual, Forecast e versioni</a:t>
            </a:r>
          </a:p>
        </p:txBody>
      </p:sp>
      <p:sp>
        <p:nvSpPr>
          <p:cNvPr id="83" name="Rounded Rectangle 82"/>
          <p:cNvSpPr/>
          <p:nvPr/>
        </p:nvSpPr>
        <p:spPr>
          <a:xfrm>
            <a:off x="3300984" y="4178808"/>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3392424" y="424738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419856" y="425744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86" name="TextBox 85"/>
          <p:cNvSpPr txBox="1"/>
          <p:nvPr/>
        </p:nvSpPr>
        <p:spPr>
          <a:xfrm>
            <a:off x="4599431" y="422910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Modelli separati per ciascun dominio</a:t>
            </a:r>
          </a:p>
        </p:txBody>
      </p:sp>
      <p:sp>
        <p:nvSpPr>
          <p:cNvPr id="87" name="Rounded Rectangle 86"/>
          <p:cNvSpPr/>
          <p:nvPr/>
        </p:nvSpPr>
        <p:spPr>
          <a:xfrm>
            <a:off x="7379208" y="4178808"/>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470648" y="424738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498080" y="425744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90" name="TextBox 89"/>
          <p:cNvSpPr txBox="1"/>
          <p:nvPr/>
        </p:nvSpPr>
        <p:spPr>
          <a:xfrm>
            <a:off x="8677656" y="422910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Procedure separate per ciascun dominio</a:t>
            </a:r>
          </a:p>
        </p:txBody>
      </p:sp>
      <p:sp>
        <p:nvSpPr>
          <p:cNvPr id="91" name="Rounded Rectangle 90"/>
          <p:cNvSpPr/>
          <p:nvPr/>
        </p:nvSpPr>
        <p:spPr>
          <a:xfrm>
            <a:off x="713232" y="4608576"/>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04672" y="4677156"/>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04672" y="4683556"/>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7</a:t>
            </a:r>
          </a:p>
        </p:txBody>
      </p:sp>
      <p:sp>
        <p:nvSpPr>
          <p:cNvPr id="94" name="TextBox 93"/>
          <p:cNvSpPr txBox="1"/>
          <p:nvPr/>
        </p:nvSpPr>
        <p:spPr>
          <a:xfrm>
            <a:off x="1133856" y="4658868"/>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Reporting e distribuzione</a:t>
            </a:r>
          </a:p>
        </p:txBody>
      </p:sp>
      <p:sp>
        <p:nvSpPr>
          <p:cNvPr id="95" name="Rounded Rectangle 94"/>
          <p:cNvSpPr/>
          <p:nvPr/>
        </p:nvSpPr>
        <p:spPr>
          <a:xfrm>
            <a:off x="3300984" y="4608576"/>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3392424" y="467715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19856" y="468721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98" name="TextBox 97"/>
          <p:cNvSpPr txBox="1"/>
          <p:nvPr/>
        </p:nvSpPr>
        <p:spPr>
          <a:xfrm>
            <a:off x="4599431" y="465886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Metabase sui dati già controllati</a:t>
            </a:r>
          </a:p>
        </p:txBody>
      </p:sp>
      <p:sp>
        <p:nvSpPr>
          <p:cNvPr id="99" name="Rounded Rectangle 98"/>
          <p:cNvSpPr/>
          <p:nvPr/>
        </p:nvSpPr>
        <p:spPr>
          <a:xfrm>
            <a:off x="7379208" y="4608576"/>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7470648" y="467715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98080" y="468721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102" name="TextBox 101"/>
          <p:cNvSpPr txBox="1"/>
          <p:nvPr/>
        </p:nvSpPr>
        <p:spPr>
          <a:xfrm>
            <a:off x="8677656" y="465886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Qlik Cloud Analytics</a:t>
            </a:r>
          </a:p>
        </p:txBody>
      </p:sp>
      <p:sp>
        <p:nvSpPr>
          <p:cNvPr id="103" name="Rounded Rectangle 102"/>
          <p:cNvSpPr/>
          <p:nvPr/>
        </p:nvSpPr>
        <p:spPr>
          <a:xfrm>
            <a:off x="713232" y="5038344"/>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04672" y="5106924"/>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4672" y="5113324"/>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8</a:t>
            </a:r>
          </a:p>
        </p:txBody>
      </p:sp>
      <p:sp>
        <p:nvSpPr>
          <p:cNvPr id="106" name="TextBox 105"/>
          <p:cNvSpPr txBox="1"/>
          <p:nvPr/>
        </p:nvSpPr>
        <p:spPr>
          <a:xfrm>
            <a:off x="1133856" y="5088636"/>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Monitoraggio, audit e lineage</a:t>
            </a:r>
          </a:p>
        </p:txBody>
      </p:sp>
      <p:sp>
        <p:nvSpPr>
          <p:cNvPr id="107" name="Rounded Rectangle 106"/>
          <p:cNvSpPr/>
          <p:nvPr/>
        </p:nvSpPr>
        <p:spPr>
          <a:xfrm>
            <a:off x="3300984" y="5038344"/>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3392424" y="5106924"/>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419856" y="5116982"/>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110" name="TextBox 109"/>
          <p:cNvSpPr txBox="1"/>
          <p:nvPr/>
        </p:nvSpPr>
        <p:spPr>
          <a:xfrm>
            <a:off x="4599431" y="508863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Log, catalogo e prove delle esecuzioni</a:t>
            </a:r>
          </a:p>
        </p:txBody>
      </p:sp>
      <p:sp>
        <p:nvSpPr>
          <p:cNvPr id="111" name="Rounded Rectangle 110"/>
          <p:cNvSpPr/>
          <p:nvPr/>
        </p:nvSpPr>
        <p:spPr>
          <a:xfrm>
            <a:off x="7379208" y="5038344"/>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7470648" y="5106924"/>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498080" y="5116982"/>
            <a:ext cx="1042415" cy="201168"/>
          </a:xfrm>
          <a:prstGeom prst="rect">
            <a:avLst/>
          </a:prstGeom>
          <a:noFill/>
        </p:spPr>
        <p:txBody>
          <a:bodyPr wrap="square" lIns="45720" rIns="45720" tIns="9144" bIns="9144" anchor="ctr">
            <a:spAutoFit/>
          </a:bodyPr>
          <a:lstStyle/>
          <a:p>
            <a:pPr algn="ctr">
              <a:spcAft>
                <a:spcPts val="0"/>
              </a:spcAft>
            </a:pPr>
            <a:r>
              <a:rPr sz="680" b="1">
                <a:solidFill>
                  <a:srgbClr val="DCA037"/>
                </a:solidFill>
                <a:latin typeface="Poppins"/>
              </a:rPr>
              <a:t>DA VERIFICARE</a:t>
            </a:r>
          </a:p>
        </p:txBody>
      </p:sp>
      <p:sp>
        <p:nvSpPr>
          <p:cNvPr id="114" name="TextBox 113"/>
          <p:cNvSpPr txBox="1"/>
          <p:nvPr/>
        </p:nvSpPr>
        <p:spPr>
          <a:xfrm>
            <a:off x="8677656" y="508863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Dipende da edizione e componenti custom</a:t>
            </a:r>
          </a:p>
        </p:txBody>
      </p:sp>
      <p:sp>
        <p:nvSpPr>
          <p:cNvPr id="115" name="TextBox 114"/>
          <p:cNvSpPr txBox="1"/>
          <p:nvPr/>
        </p:nvSpPr>
        <p:spPr>
          <a:xfrm>
            <a:off x="749808" y="5577840"/>
            <a:ext cx="1024128" cy="182880"/>
          </a:xfrm>
          <a:prstGeom prst="rect">
            <a:avLst/>
          </a:prstGeom>
          <a:noFill/>
        </p:spPr>
        <p:txBody>
          <a:bodyPr wrap="square" lIns="45720" rIns="45720" tIns="9144" bIns="9144" anchor="ctr">
            <a:spAutoFit/>
          </a:bodyPr>
          <a:lstStyle/>
          <a:p>
            <a:pPr algn="l">
              <a:spcAft>
                <a:spcPts val="0"/>
              </a:spcAft>
            </a:pPr>
            <a:r>
              <a:rPr sz="800" b="1">
                <a:solidFill>
                  <a:srgbClr val="64717A"/>
                </a:solidFill>
                <a:latin typeface="Poppins"/>
              </a:rPr>
              <a:t>LEGENDA</a:t>
            </a:r>
          </a:p>
        </p:txBody>
      </p:sp>
      <p:sp>
        <p:nvSpPr>
          <p:cNvPr id="116" name="Oval 115"/>
          <p:cNvSpPr/>
          <p:nvPr/>
        </p:nvSpPr>
        <p:spPr>
          <a:xfrm>
            <a:off x="1554480" y="5596128"/>
            <a:ext cx="128016" cy="128016"/>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737360"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Coperto dalla soluzione</a:t>
            </a:r>
          </a:p>
        </p:txBody>
      </p:sp>
      <p:sp>
        <p:nvSpPr>
          <p:cNvPr id="118" name="Oval 117"/>
          <p:cNvSpPr/>
          <p:nvPr/>
        </p:nvSpPr>
        <p:spPr>
          <a:xfrm>
            <a:off x="4315968" y="5596128"/>
            <a:ext cx="128016" cy="128016"/>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498848"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Configurazione o sviluppo mirato</a:t>
            </a:r>
          </a:p>
        </p:txBody>
      </p:sp>
      <p:sp>
        <p:nvSpPr>
          <p:cNvPr id="120" name="Oval 119"/>
          <p:cNvSpPr/>
          <p:nvPr/>
        </p:nvSpPr>
        <p:spPr>
          <a:xfrm>
            <a:off x="7077456" y="5596128"/>
            <a:ext cx="128016" cy="128016"/>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260336"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Da completare o verificare</a:t>
            </a:r>
          </a:p>
        </p:txBody>
      </p:sp>
      <p:sp>
        <p:nvSpPr>
          <p:cNvPr id="122" name="Rounded Rectangle 121"/>
          <p:cNvSpPr/>
          <p:nvPr/>
        </p:nvSpPr>
        <p:spPr>
          <a:xfrm>
            <a:off x="713232" y="5815584"/>
            <a:ext cx="5166360" cy="42062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05256" y="5852160"/>
            <a:ext cx="4791456" cy="283464"/>
          </a:xfrm>
          <a:prstGeom prst="rect">
            <a:avLst/>
          </a:prstGeom>
          <a:noFill/>
        </p:spPr>
        <p:txBody>
          <a:bodyPr wrap="square" lIns="45720" rIns="45720" tIns="9144" bIns="9144" anchor="ctr">
            <a:spAutoFit/>
          </a:bodyPr>
          <a:lstStyle/>
          <a:p>
            <a:pPr algn="ctr">
              <a:spcAft>
                <a:spcPts val="0"/>
              </a:spcAft>
            </a:pPr>
            <a:r>
              <a:rPr sz="840" b="1">
                <a:solidFill>
                  <a:srgbClr val="2C3740"/>
                </a:solidFill>
                <a:latin typeface="Poppins"/>
              </a:rPr>
              <a:t>AWS: maggiore modularità e sostituibilità; maggiore onere di integrazione e gestione.</a:t>
            </a:r>
          </a:p>
        </p:txBody>
      </p:sp>
      <p:sp>
        <p:nvSpPr>
          <p:cNvPr id="124" name="Rounded Rectangle 123"/>
          <p:cNvSpPr/>
          <p:nvPr/>
        </p:nvSpPr>
        <p:spPr>
          <a:xfrm>
            <a:off x="6126480" y="5815584"/>
            <a:ext cx="5166360" cy="420624"/>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318504" y="5852160"/>
            <a:ext cx="4791456" cy="283464"/>
          </a:xfrm>
          <a:prstGeom prst="rect">
            <a:avLst/>
          </a:prstGeom>
          <a:noFill/>
        </p:spPr>
        <p:txBody>
          <a:bodyPr wrap="square" lIns="45720" rIns="45720" tIns="9144" bIns="9144" anchor="ctr">
            <a:spAutoFit/>
          </a:bodyPr>
          <a:lstStyle/>
          <a:p>
            <a:pPr algn="ctr">
              <a:spcAft>
                <a:spcPts val="0"/>
              </a:spcAft>
            </a:pPr>
            <a:r>
              <a:rPr sz="840" b="1">
                <a:solidFill>
                  <a:srgbClr val="2C3740"/>
                </a:solidFill>
                <a:latin typeface="Poppins"/>
              </a:rPr>
              <a:t>Qlik: maggiore integrazione e rapidità potenziale; maggiore dipendenza da edizione e licenze.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2.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3.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2913</TotalTime>
  <Words>2032</Words>
  <Application>Microsoft Office PowerPoint</Application>
  <PresentationFormat>Widescreen</PresentationFormat>
  <Paragraphs>460</Paragraphs>
  <Slides>19</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19</vt:i4>
      </vt:variant>
    </vt:vector>
  </HeadingPairs>
  <TitlesOfParts>
    <vt:vector size="32"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37</cp:revision>
  <cp:lastPrinted>2025-09-03T06:59:29Z</cp:lastPrinted>
  <dcterms:created xsi:type="dcterms:W3CDTF">2023-08-25T12:12:23Z</dcterms:created>
  <dcterms:modified xsi:type="dcterms:W3CDTF">2026-07-06T20:11:59Z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