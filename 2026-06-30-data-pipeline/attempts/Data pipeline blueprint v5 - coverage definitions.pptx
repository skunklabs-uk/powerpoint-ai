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0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5.svg" ContentType="image/svg+xml"/>
  <Override PartName="/ppt/media/image106.svg" ContentType="image/svg+xml"/>
  <Override PartName="/ppt/media/image107.svg" ContentType="image/svg+xml"/>
  <Override PartName="/ppt/media/image109.svg" ContentType="image/svg+xml"/>
  <Override PartName="/ppt/media/image110.svg" ContentType="image/svg+xml"/>
  <Override PartName="/ppt/media/image111.svg" ContentType="image/svg+xml"/>
  <Override PartName="/ppt/media/image112.svg" ContentType="image/svg+xml"/>
  <Override PartName="/ppt/media/image119.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50.svg" ContentType="image/svg+xml"/>
  <Override PartName="/ppt/media/image151.svg" ContentType="image/svg+xml"/>
  <Override PartName="/ppt/media/image152.svg" ContentType="image/svg+xml"/>
  <Override PartName="/ppt/media/image153.svg" ContentType="image/svg+xml"/>
  <Override PartName="/ppt/media/image154.svg" ContentType="image/svg+xml"/>
  <Override PartName="/ppt/media/image156.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6"/>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16"/>
    <p:sldId id="2147482508" r:id="rId17"/>
    <p:sldId id="2147482447" r:id="rId18"/>
    <p:sldId id="2147482503" r:id="rId19"/>
    <p:sldId id="2147482507" r:id="rId20"/>
    <p:sldId id="2147482510" r:id="rId21"/>
    <p:sldId id="2147482511" r:id="rId22"/>
    <p:sldId id="2147482512" r:id="rId23"/>
    <p:sldId id="2147482513" r:id="rId24"/>
    <p:sldId id="10722" r:id="rId25"/>
  </p:sldIdLst>
  <p:sldSz cx="12192000" cy="6858000"/>
  <p:notesSz cx="7315200" cy="9601200"/>
  <p:custDataLst>
    <p:tags r:id="rId27"/>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18"/>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C4"/>
    <a:srgbClr val="0B9A4F"/>
    <a:srgbClr val="198C95"/>
    <a:srgbClr val="1A6EBE"/>
    <a:srgbClr val="52B3B4"/>
    <a:srgbClr val="1680C9"/>
    <a:srgbClr val="1995C1"/>
    <a:srgbClr val="42B59F"/>
    <a:srgbClr val="8C8C8C"/>
    <a:srgbClr val="3DA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79" autoAdjust="0"/>
  </p:normalViewPr>
  <p:slideViewPr>
    <p:cSldViewPr snapToGrid="0">
      <p:cViewPr varScale="1">
        <p:scale>
          <a:sx n="87" d="100"/>
          <a:sy n="87" d="100"/>
        </p:scale>
        <p:origin x="422" y="67"/>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10/07/2026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12</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19</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 Id="rId11"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theme" Target="../theme/theme2.xml"/><Relationship Id="rId11" Type="http://schemas.openxmlformats.org/officeDocument/2006/relationships/image" Target="../media/image7.png"/><Relationship Id="rId12" Type="http://schemas.openxmlformats.org/officeDocument/2006/relationships/image" Target="../media/image8.png"/><Relationship Id="rId13"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image" Target="../media/image11.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9.xml"/><Relationship Id="rId3" Type="http://schemas.openxmlformats.org/officeDocument/2006/relationships/notesSlide" Target="../notesSlides/notesSlide2.xml"/><Relationship Id="rId4" Type="http://schemas.openxmlformats.org/officeDocument/2006/relationships/image" Target="../media/image12.svg"/><Relationship Id="rId5"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9.xml"/><Relationship Id="rId3" Type="http://schemas.openxmlformats.org/officeDocument/2006/relationships/notesSlide" Target="../notesSlides/notesSlide3.xml"/><Relationship Id="rId4" Type="http://schemas.openxmlformats.org/officeDocument/2006/relationships/image" Target="../media/image14.svg"/><Relationship Id="rId5" Type="http://schemas.openxmlformats.org/officeDocument/2006/relationships/image" Target="../media/image15.svg"/><Relationship Id="rId6" Type="http://schemas.openxmlformats.org/officeDocument/2006/relationships/image" Target="../media/image16.svg"/><Relationship Id="rId7" Type="http://schemas.openxmlformats.org/officeDocument/2006/relationships/image" Target="../media/image17.svg"/><Relationship Id="rId8" Type="http://schemas.openxmlformats.org/officeDocument/2006/relationships/image" Target="../media/image18.svg"/><Relationship Id="rId9" Type="http://schemas.openxmlformats.org/officeDocument/2006/relationships/image" Target="../media/image19.svg"/><Relationship Id="rId10" Type="http://schemas.openxmlformats.org/officeDocument/2006/relationships/image" Target="../media/image20.svg"/><Relationship Id="rId11" Type="http://schemas.openxmlformats.org/officeDocument/2006/relationships/image" Target="../media/image21.svg"/><Relationship Id="rId12" Type="http://schemas.openxmlformats.org/officeDocument/2006/relationships/image" Target="../media/image22.svg"/><Relationship Id="rId13" Type="http://schemas.openxmlformats.org/officeDocument/2006/relationships/image" Target="../media/image23.svg"/><Relationship Id="rId14" Type="http://schemas.openxmlformats.org/officeDocument/2006/relationships/image" Target="../media/image24.svg"/><Relationship Id="rId15" Type="http://schemas.openxmlformats.org/officeDocument/2006/relationships/image" Target="../media/image25.svg"/><Relationship Id="rId16" Type="http://schemas.openxmlformats.org/officeDocument/2006/relationships/image" Target="../media/image26.svg"/><Relationship Id="rId17" Type="http://schemas.openxmlformats.org/officeDocument/2006/relationships/image" Target="../media/image27.svg"/><Relationship Id="rId18" Type="http://schemas.openxmlformats.org/officeDocument/2006/relationships/image" Target="../media/image28.svg"/><Relationship Id="rId19" Type="http://schemas.openxmlformats.org/officeDocument/2006/relationships/image" Target="../media/image29.svg"/><Relationship Id="rId20" Type="http://schemas.openxmlformats.org/officeDocument/2006/relationships/image" Target="../media/image13.svg"/><Relationship Id="rId21" Type="http://schemas.openxmlformats.org/officeDocument/2006/relationships/image" Target="../media/image30.sv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9.xml"/><Relationship Id="rId3" Type="http://schemas.openxmlformats.org/officeDocument/2006/relationships/notesSlide" Target="../notesSlides/notesSlide4.xml"/><Relationship Id="rId4" Type="http://schemas.openxmlformats.org/officeDocument/2006/relationships/image" Target="../media/image31.svg"/><Relationship Id="rId5" Type="http://schemas.openxmlformats.org/officeDocument/2006/relationships/image" Target="../media/image32.svg"/><Relationship Id="rId6" Type="http://schemas.openxmlformats.org/officeDocument/2006/relationships/image" Target="../media/image33.svg"/><Relationship Id="rId7" Type="http://schemas.openxmlformats.org/officeDocument/2006/relationships/image" Target="../media/image34.svg"/><Relationship Id="rId8" Type="http://schemas.openxmlformats.org/officeDocument/2006/relationships/image" Target="../media/image35.svg"/><Relationship Id="rId9" Type="http://schemas.openxmlformats.org/officeDocument/2006/relationships/image" Target="../media/image13.svg"/><Relationship Id="rId10" Type="http://schemas.openxmlformats.org/officeDocument/2006/relationships/image" Target="../media/image30.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9.xml"/><Relationship Id="rId3" Type="http://schemas.openxmlformats.org/officeDocument/2006/relationships/notesSlide" Target="../notesSlides/notesSlide5.xml"/><Relationship Id="rId4" Type="http://schemas.openxmlformats.org/officeDocument/2006/relationships/image" Target="../media/image19.svg"/><Relationship Id="rId5" Type="http://schemas.openxmlformats.org/officeDocument/2006/relationships/image" Target="../media/image20.svg"/><Relationship Id="rId6" Type="http://schemas.openxmlformats.org/officeDocument/2006/relationships/image" Target="../media/image22.svg"/><Relationship Id="rId7" Type="http://schemas.openxmlformats.org/officeDocument/2006/relationships/image" Target="../media/image23.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 Id="rId12" Type="http://schemas.openxmlformats.org/officeDocument/2006/relationships/image" Target="../media/image13.svg"/><Relationship Id="rId13" Type="http://schemas.openxmlformats.org/officeDocument/2006/relationships/image" Target="../media/image40.sv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1.png"/><Relationship Id="rId3" Type="http://schemas.openxmlformats.org/officeDocument/2006/relationships/image" Target="../media/image13.svg"/><Relationship Id="rId4" Type="http://schemas.openxmlformats.org/officeDocument/2006/relationships/image" Target="../media/image42.svg"/></Relationships>
</file>

<file path=ppt/slides/_rels/slide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9.xml"/><Relationship Id="rId3" Type="http://schemas.openxmlformats.org/officeDocument/2006/relationships/notesSlide" Target="../notesSlides/notesSlide6.xml"/><Relationship Id="rId4" Type="http://schemas.openxmlformats.org/officeDocument/2006/relationships/image" Target="../media/image43.svg"/><Relationship Id="rId5" Type="http://schemas.openxmlformats.org/officeDocument/2006/relationships/image" Target="../media/image44.svg"/><Relationship Id="rId6" Type="http://schemas.openxmlformats.org/officeDocument/2006/relationships/image" Target="../media/image14.svg"/><Relationship Id="rId7" Type="http://schemas.openxmlformats.org/officeDocument/2006/relationships/image" Target="../media/image45.svg"/><Relationship Id="rId8" Type="http://schemas.openxmlformats.org/officeDocument/2006/relationships/image" Target="../media/image46.svg"/><Relationship Id="rId9" Type="http://schemas.openxmlformats.org/officeDocument/2006/relationships/image" Target="../media/image47.svg"/><Relationship Id="rId10" Type="http://schemas.openxmlformats.org/officeDocument/2006/relationships/image" Target="../media/image48.svg"/><Relationship Id="rId11" Type="http://schemas.openxmlformats.org/officeDocument/2006/relationships/image" Target="../media/image49.svg"/><Relationship Id="rId12" Type="http://schemas.openxmlformats.org/officeDocument/2006/relationships/image" Target="../media/image50.svg"/><Relationship Id="rId13" Type="http://schemas.openxmlformats.org/officeDocument/2006/relationships/image" Target="../media/image27.svg"/><Relationship Id="rId14" Type="http://schemas.openxmlformats.org/officeDocument/2006/relationships/image" Target="../media/image51.svg"/><Relationship Id="rId15" Type="http://schemas.openxmlformats.org/officeDocument/2006/relationships/image" Target="../media/image25.svg"/><Relationship Id="rId16" Type="http://schemas.openxmlformats.org/officeDocument/2006/relationships/image" Target="../media/image52.svg"/><Relationship Id="rId17" Type="http://schemas.openxmlformats.org/officeDocument/2006/relationships/image" Target="../media/image13.svg"/><Relationship Id="rId18" Type="http://schemas.openxmlformats.org/officeDocument/2006/relationships/image" Target="../media/image42.sv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9.xml"/><Relationship Id="rId3" Type="http://schemas.openxmlformats.org/officeDocument/2006/relationships/notesSlide" Target="../notesSlides/notesSlide7.xml"/><Relationship Id="rId4" Type="http://schemas.openxmlformats.org/officeDocument/2006/relationships/image" Target="../media/image53.svg"/><Relationship Id="rId5" Type="http://schemas.openxmlformats.org/officeDocument/2006/relationships/image" Target="../media/image54.svg"/><Relationship Id="rId6" Type="http://schemas.openxmlformats.org/officeDocument/2006/relationships/image" Target="../media/image55.svg"/><Relationship Id="rId7" Type="http://schemas.openxmlformats.org/officeDocument/2006/relationships/image" Target="../media/image56.svg"/><Relationship Id="rId8" Type="http://schemas.openxmlformats.org/officeDocument/2006/relationships/image" Target="../media/image57.svg"/><Relationship Id="rId9" Type="http://schemas.openxmlformats.org/officeDocument/2006/relationships/image" Target="../media/image58.svg"/><Relationship Id="rId10" Type="http://schemas.openxmlformats.org/officeDocument/2006/relationships/image" Target="../media/image59.svg"/><Relationship Id="rId11" Type="http://schemas.openxmlformats.org/officeDocument/2006/relationships/image" Target="../media/image60.svg"/><Relationship Id="rId12" Type="http://schemas.openxmlformats.org/officeDocument/2006/relationships/image" Target="../media/image61.svg"/><Relationship Id="rId13" Type="http://schemas.openxmlformats.org/officeDocument/2006/relationships/image" Target="../media/image62.svg"/><Relationship Id="rId14" Type="http://schemas.openxmlformats.org/officeDocument/2006/relationships/image" Target="../media/image63.svg"/><Relationship Id="rId15" Type="http://schemas.openxmlformats.org/officeDocument/2006/relationships/image" Target="../media/image64.svg"/><Relationship Id="rId16" Type="http://schemas.openxmlformats.org/officeDocument/2006/relationships/image" Target="../media/image65.svg"/><Relationship Id="rId17" Type="http://schemas.openxmlformats.org/officeDocument/2006/relationships/image" Target="../media/image66.svg"/><Relationship Id="rId18" Type="http://schemas.openxmlformats.org/officeDocument/2006/relationships/image" Target="../media/image67.svg"/><Relationship Id="rId19" Type="http://schemas.openxmlformats.org/officeDocument/2006/relationships/image" Target="../media/image68.svg"/><Relationship Id="rId20" Type="http://schemas.openxmlformats.org/officeDocument/2006/relationships/image" Target="../media/image69.svg"/><Relationship Id="rId21" Type="http://schemas.openxmlformats.org/officeDocument/2006/relationships/image" Target="../media/image70.svg"/><Relationship Id="rId22" Type="http://schemas.openxmlformats.org/officeDocument/2006/relationships/image" Target="../media/image71.svg"/><Relationship Id="rId23" Type="http://schemas.openxmlformats.org/officeDocument/2006/relationships/image" Target="../media/image72.svg"/><Relationship Id="rId24" Type="http://schemas.openxmlformats.org/officeDocument/2006/relationships/image" Target="../media/image73.svg"/><Relationship Id="rId25" Type="http://schemas.openxmlformats.org/officeDocument/2006/relationships/image" Target="../media/image74.svg"/><Relationship Id="rId26" Type="http://schemas.openxmlformats.org/officeDocument/2006/relationships/image" Target="../media/image75.svg"/><Relationship Id="rId27" Type="http://schemas.openxmlformats.org/officeDocument/2006/relationships/image" Target="../media/image76.svg"/><Relationship Id="rId28" Type="http://schemas.openxmlformats.org/officeDocument/2006/relationships/image" Target="../media/image77.svg"/><Relationship Id="rId29" Type="http://schemas.openxmlformats.org/officeDocument/2006/relationships/image" Target="../media/image78.svg"/><Relationship Id="rId30" Type="http://schemas.openxmlformats.org/officeDocument/2006/relationships/image" Target="../media/image79.svg"/><Relationship Id="rId31" Type="http://schemas.openxmlformats.org/officeDocument/2006/relationships/image" Target="../media/image80.svg"/><Relationship Id="rId32" Type="http://schemas.openxmlformats.org/officeDocument/2006/relationships/image" Target="../media/image81.svg"/><Relationship Id="rId33" Type="http://schemas.openxmlformats.org/officeDocument/2006/relationships/image" Target="../media/image82.svg"/><Relationship Id="rId34" Type="http://schemas.openxmlformats.org/officeDocument/2006/relationships/image" Target="../media/image83.svg"/><Relationship Id="rId35" Type="http://schemas.openxmlformats.org/officeDocument/2006/relationships/image" Target="../media/image13.svg"/><Relationship Id="rId36" Type="http://schemas.openxmlformats.org/officeDocument/2006/relationships/image" Target="../media/image40.svg"/><Relationship Id="rId37" Type="http://schemas.openxmlformats.org/officeDocument/2006/relationships/image" Target="../media/image30.svg"/></Relationships>
</file>

<file path=ppt/slides/_rels/slide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9.xml"/><Relationship Id="rId3" Type="http://schemas.openxmlformats.org/officeDocument/2006/relationships/notesSlide" Target="../notesSlides/notesSlide8.xml"/><Relationship Id="rId4" Type="http://schemas.openxmlformats.org/officeDocument/2006/relationships/image" Target="../media/image13.svg"/><Relationship Id="rId5" Type="http://schemas.openxmlformats.org/officeDocument/2006/relationships/image" Target="../media/image40.svg"/><Relationship Id="rId6" Type="http://schemas.openxmlformats.org/officeDocument/2006/relationships/image" Target="../media/image30.svg"/><Relationship Id="rId7" Type="http://schemas.openxmlformats.org/officeDocument/2006/relationships/image" Target="../media/image84.svg"/><Relationship Id="rId8" Type="http://schemas.openxmlformats.org/officeDocument/2006/relationships/image" Target="../media/image85.svg"/><Relationship Id="rId9" Type="http://schemas.openxmlformats.org/officeDocument/2006/relationships/image" Target="../media/image86.svg"/><Relationship Id="rId10" Type="http://schemas.openxmlformats.org/officeDocument/2006/relationships/image" Target="../media/image87.sv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svg"/><Relationship Id="rId14" Type="http://schemas.openxmlformats.org/officeDocument/2006/relationships/image" Target="../media/image91.svg"/><Relationship Id="rId15" Type="http://schemas.openxmlformats.org/officeDocument/2006/relationships/image" Target="../media/image92.svg"/><Relationship Id="rId16" Type="http://schemas.openxmlformats.org/officeDocument/2006/relationships/image" Target="../media/image93.svg"/></Relationships>
</file>

<file path=ppt/slides/_rels/slide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9.xml"/><Relationship Id="rId3" Type="http://schemas.openxmlformats.org/officeDocument/2006/relationships/notesSlide" Target="../notesSlides/notesSlide9.xml"/><Relationship Id="rId4" Type="http://schemas.openxmlformats.org/officeDocument/2006/relationships/image" Target="../media/image94.svg"/><Relationship Id="rId5" Type="http://schemas.openxmlformats.org/officeDocument/2006/relationships/image" Target="../media/image95.svg"/><Relationship Id="rId6" Type="http://schemas.openxmlformats.org/officeDocument/2006/relationships/image" Target="../media/image96.svg"/><Relationship Id="rId7" Type="http://schemas.openxmlformats.org/officeDocument/2006/relationships/image" Target="../media/image97.svg"/><Relationship Id="rId8" Type="http://schemas.openxmlformats.org/officeDocument/2006/relationships/image" Target="../media/image13.svg"/><Relationship Id="rId9" Type="http://schemas.openxmlformats.org/officeDocument/2006/relationships/image" Target="../media/image40.svg"/><Relationship Id="rId10" Type="http://schemas.openxmlformats.org/officeDocument/2006/relationships/image" Target="../media/image30.svg"/><Relationship Id="rId11" Type="http://schemas.openxmlformats.org/officeDocument/2006/relationships/image" Target="../media/image19.svg"/><Relationship Id="rId12" Type="http://schemas.openxmlformats.org/officeDocument/2006/relationships/image" Target="../media/image88.png"/><Relationship Id="rId13" Type="http://schemas.openxmlformats.org/officeDocument/2006/relationships/image" Target="../media/image45.svg"/><Relationship Id="rId14" Type="http://schemas.openxmlformats.org/officeDocument/2006/relationships/image" Target="../media/image98.svg"/><Relationship Id="rId15" Type="http://schemas.openxmlformats.org/officeDocument/2006/relationships/image" Target="../media/image99.svg"/><Relationship Id="rId16" Type="http://schemas.openxmlformats.org/officeDocument/2006/relationships/image" Target="../media/image100.svg"/><Relationship Id="rId17" Type="http://schemas.openxmlformats.org/officeDocument/2006/relationships/image" Target="../media/image8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9.xml"/><Relationship Id="rId3" Type="http://schemas.openxmlformats.org/officeDocument/2006/relationships/notesSlide" Target="../notesSlides/notesSlide10.xml"/><Relationship Id="rId4" Type="http://schemas.openxmlformats.org/officeDocument/2006/relationships/image" Target="../media/image89.png"/><Relationship Id="rId5" Type="http://schemas.openxmlformats.org/officeDocument/2006/relationships/image" Target="../media/image88.png"/><Relationship Id="rId6" Type="http://schemas.openxmlformats.org/officeDocument/2006/relationships/image" Target="../media/image101.svg"/><Relationship Id="rId7" Type="http://schemas.openxmlformats.org/officeDocument/2006/relationships/image" Target="../media/image102.svg"/><Relationship Id="rId8" Type="http://schemas.openxmlformats.org/officeDocument/2006/relationships/image" Target="../media/image103.svg"/><Relationship Id="rId9" Type="http://schemas.openxmlformats.org/officeDocument/2006/relationships/image" Target="../media/image104.svg"/><Relationship Id="rId10" Type="http://schemas.openxmlformats.org/officeDocument/2006/relationships/image" Target="../media/image105.svg"/><Relationship Id="rId11" Type="http://schemas.openxmlformats.org/officeDocument/2006/relationships/image" Target="../media/image106.svg"/><Relationship Id="rId12" Type="http://schemas.openxmlformats.org/officeDocument/2006/relationships/image" Target="../media/image107.svg"/><Relationship Id="rId13" Type="http://schemas.openxmlformats.org/officeDocument/2006/relationships/image" Target="../media/image13.svg"/><Relationship Id="rId14" Type="http://schemas.openxmlformats.org/officeDocument/2006/relationships/image" Target="../media/image4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emf"/><Relationship Id="rId3" Type="http://schemas.openxmlformats.org/officeDocument/2006/relationships/image" Target="../media/image108.png"/></Relationships>
</file>

<file path=ppt/slides/_rels/slide14.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9.xml"/><Relationship Id="rId3" Type="http://schemas.openxmlformats.org/officeDocument/2006/relationships/notesSlide" Target="../notesSlides/notesSlide11.xml"/><Relationship Id="rId4" Type="http://schemas.openxmlformats.org/officeDocument/2006/relationships/image" Target="../media/image109.svg"/><Relationship Id="rId5" Type="http://schemas.openxmlformats.org/officeDocument/2006/relationships/image" Target="../media/image110.svg"/><Relationship Id="rId6" Type="http://schemas.openxmlformats.org/officeDocument/2006/relationships/image" Target="../media/image111.svg"/><Relationship Id="rId7" Type="http://schemas.openxmlformats.org/officeDocument/2006/relationships/image" Target="../media/image112.sv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88.png"/><Relationship Id="rId12" Type="http://schemas.openxmlformats.org/officeDocument/2006/relationships/image" Target="../media/image116.png"/><Relationship Id="rId13" Type="http://schemas.openxmlformats.org/officeDocument/2006/relationships/image" Target="../media/image117.png"/><Relationship Id="rId14" Type="http://schemas.openxmlformats.org/officeDocument/2006/relationships/image" Target="../media/image118.png"/><Relationship Id="rId15" Type="http://schemas.openxmlformats.org/officeDocument/2006/relationships/image" Target="../media/image119.svg"/><Relationship Id="rId16" Type="http://schemas.openxmlformats.org/officeDocument/2006/relationships/image" Target="../media/image120.png"/><Relationship Id="rId17" Type="http://schemas.openxmlformats.org/officeDocument/2006/relationships/image" Target="../media/image121.png"/><Relationship Id="rId18" Type="http://schemas.openxmlformats.org/officeDocument/2006/relationships/image" Target="../media/image122.png"/><Relationship Id="rId19" Type="http://schemas.openxmlformats.org/officeDocument/2006/relationships/image" Target="../media/image123.png"/><Relationship Id="rId20" Type="http://schemas.openxmlformats.org/officeDocument/2006/relationships/image" Target="../media/image124.png"/><Relationship Id="rId21" Type="http://schemas.openxmlformats.org/officeDocument/2006/relationships/image" Target="../media/image125.png"/><Relationship Id="rId22" Type="http://schemas.openxmlformats.org/officeDocument/2006/relationships/image" Target="../media/image126.png"/><Relationship Id="rId23" Type="http://schemas.openxmlformats.org/officeDocument/2006/relationships/image" Target="../media/image127.png"/><Relationship Id="rId24" Type="http://schemas.openxmlformats.org/officeDocument/2006/relationships/image" Target="../media/image128.png"/><Relationship Id="rId25" Type="http://schemas.openxmlformats.org/officeDocument/2006/relationships/image" Target="../media/image129.png"/><Relationship Id="rId26" Type="http://schemas.openxmlformats.org/officeDocument/2006/relationships/image" Target="../media/image130.png"/><Relationship Id="rId27" Type="http://schemas.openxmlformats.org/officeDocument/2006/relationships/image" Target="../media/image131.png"/><Relationship Id="rId28" Type="http://schemas.openxmlformats.org/officeDocument/2006/relationships/image" Target="../media/image132.png"/><Relationship Id="rId29" Type="http://schemas.openxmlformats.org/officeDocument/2006/relationships/image" Target="../media/image133.png"/><Relationship Id="rId30" Type="http://schemas.openxmlformats.org/officeDocument/2006/relationships/image" Target="../media/image134.png"/><Relationship Id="rId31" Type="http://schemas.openxmlformats.org/officeDocument/2006/relationships/image" Target="../media/image135.png"/><Relationship Id="rId32" Type="http://schemas.openxmlformats.org/officeDocument/2006/relationships/image" Target="../media/image136.png"/><Relationship Id="rId33" Type="http://schemas.openxmlformats.org/officeDocument/2006/relationships/image" Target="../media/image137.png"/><Relationship Id="rId34" Type="http://schemas.openxmlformats.org/officeDocument/2006/relationships/image" Target="../media/image138.png"/><Relationship Id="rId35" Type="http://schemas.openxmlformats.org/officeDocument/2006/relationships/image" Target="../media/image139.png"/><Relationship Id="rId36" Type="http://schemas.openxmlformats.org/officeDocument/2006/relationships/image" Target="../media/image140.png"/></Relationships>
</file>

<file path=ppt/slides/_rels/slide1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9.xml"/><Relationship Id="rId3" Type="http://schemas.openxmlformats.org/officeDocument/2006/relationships/notesSlide" Target="../notesSlides/notesSlide12.xml"/><Relationship Id="rId4" Type="http://schemas.openxmlformats.org/officeDocument/2006/relationships/image" Target="../media/image118.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 Id="rId8" Type="http://schemas.openxmlformats.org/officeDocument/2006/relationships/image" Target="../media/image116.png"/><Relationship Id="rId9" Type="http://schemas.openxmlformats.org/officeDocument/2006/relationships/image" Target="../media/image119.svg"/><Relationship Id="rId10" Type="http://schemas.openxmlformats.org/officeDocument/2006/relationships/image" Target="../media/image141.png"/><Relationship Id="rId11" Type="http://schemas.openxmlformats.org/officeDocument/2006/relationships/image" Target="../media/image142.png"/><Relationship Id="rId12" Type="http://schemas.openxmlformats.org/officeDocument/2006/relationships/image" Target="../media/image89.png"/><Relationship Id="rId13" Type="http://schemas.openxmlformats.org/officeDocument/2006/relationships/image" Target="../media/image143.png"/><Relationship Id="rId14" Type="http://schemas.openxmlformats.org/officeDocument/2006/relationships/image" Target="../media/image144.png"/><Relationship Id="rId15" Type="http://schemas.openxmlformats.org/officeDocument/2006/relationships/image" Target="../media/image145.png"/><Relationship Id="rId16" Type="http://schemas.openxmlformats.org/officeDocument/2006/relationships/image" Target="../media/image135.png"/><Relationship Id="rId17" Type="http://schemas.openxmlformats.org/officeDocument/2006/relationships/image" Target="../media/image136.png"/><Relationship Id="rId18" Type="http://schemas.openxmlformats.org/officeDocument/2006/relationships/image" Target="../media/image137.png"/><Relationship Id="rId19" Type="http://schemas.openxmlformats.org/officeDocument/2006/relationships/image" Target="../media/image138.png"/><Relationship Id="rId20" Type="http://schemas.openxmlformats.org/officeDocument/2006/relationships/image" Target="../media/image139.png"/><Relationship Id="rId21" Type="http://schemas.openxmlformats.org/officeDocument/2006/relationships/image" Target="../media/image140.png"/><Relationship Id="rId22" Type="http://schemas.openxmlformats.org/officeDocument/2006/relationships/image" Target="../media/image146.png"/><Relationship Id="rId23" Type="http://schemas.openxmlformats.org/officeDocument/2006/relationships/image" Target="../media/image147.png"/><Relationship Id="rId24" Type="http://schemas.openxmlformats.org/officeDocument/2006/relationships/image" Target="../media/image148.png"/><Relationship Id="rId25" Type="http://schemas.openxmlformats.org/officeDocument/2006/relationships/image" Target="../media/image149.png"/><Relationship Id="rId26" Type="http://schemas.openxmlformats.org/officeDocument/2006/relationships/image" Target="../media/image150.svg"/><Relationship Id="rId27" Type="http://schemas.openxmlformats.org/officeDocument/2006/relationships/image" Target="../media/image126.png"/><Relationship Id="rId28" Type="http://schemas.openxmlformats.org/officeDocument/2006/relationships/image" Target="../media/image151.svg"/><Relationship Id="rId29" Type="http://schemas.openxmlformats.org/officeDocument/2006/relationships/image" Target="../media/image152.svg"/><Relationship Id="rId30" Type="http://schemas.openxmlformats.org/officeDocument/2006/relationships/image" Target="../media/image153.svg"/><Relationship Id="rId31" Type="http://schemas.openxmlformats.org/officeDocument/2006/relationships/image" Target="../media/image154.svg"/><Relationship Id="rId32" Type="http://schemas.openxmlformats.org/officeDocument/2006/relationships/image" Target="../media/image109.svg"/><Relationship Id="rId33" Type="http://schemas.openxmlformats.org/officeDocument/2006/relationships/image" Target="../media/image110.svg"/><Relationship Id="rId34" Type="http://schemas.openxmlformats.org/officeDocument/2006/relationships/image" Target="../media/image155.png"/><Relationship Id="rId35" Type="http://schemas.openxmlformats.org/officeDocument/2006/relationships/image" Target="../media/image156.svg"/></Relationships>
</file>

<file path=ppt/slides/_rels/slide1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9.xml"/><Relationship Id="rId3" Type="http://schemas.openxmlformats.org/officeDocument/2006/relationships/notesSlide" Target="../notesSlides/notesSlide13.xml"/><Relationship Id="rId4" Type="http://schemas.openxmlformats.org/officeDocument/2006/relationships/image" Target="../media/image157.png"/></Relationships>
</file>

<file path=ppt/slides/_rels/slide17.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4.xml"/><Relationship Id="rId4" Type="http://schemas.openxmlformats.org/officeDocument/2006/relationships/image" Target="../media/image158.png"/></Relationships>
</file>

<file path=ppt/slides/_rels/slide18.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Layout" Target="../slideLayouts/slideLayout9.xml"/><Relationship Id="rId3" Type="http://schemas.openxmlformats.org/officeDocument/2006/relationships/notesSlide" Target="../notesSlides/notesSlide15.xml"/><Relationship Id="rId4" Type="http://schemas.openxmlformats.org/officeDocument/2006/relationships/image" Target="../media/image159.png"/></Relationships>
</file>

<file path=ppt/slides/_rels/slide19.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Layout" Target="../slideLayouts/slideLayout9.xml"/><Relationship Id="rId3" Type="http://schemas.openxmlformats.org/officeDocument/2006/relationships/notesSlide" Target="../notesSlides/notesSlide16.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61.jpeg"/><Relationship Id="rId3" Type="http://schemas.openxmlformats.org/officeDocument/2006/relationships/image" Target="../media/image1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err="1">
                      <a:solidFill>
                        <a:schemeClr val="bg1"/>
                      </a:solidFill>
                      <a:latin typeface="Poppins SemiBold" panose="00000700000000000000" pitchFamily="2" charset="0"/>
                      <a:cs typeface="Poppins SemiBold" panose="00000700000000000000" pitchFamily="2" charset="0"/>
                    </a:rPr>
                    <a:t>ProSIGNAL</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Modalità di copertura di ciascuna soluzione</a:t>
            </a:r>
          </a:p>
        </p:txBody>
      </p:sp>
      <p:sp>
        <p:nvSpPr>
          <p:cNvPr id="8" name="Rounded Rectangle 7"/>
          <p:cNvSpPr/>
          <p:nvPr/>
        </p:nvSpPr>
        <p:spPr>
          <a:xfrm>
            <a:off x="713232" y="1022251"/>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246279"/>
            <a:ext cx="2057400" cy="173736"/>
          </a:xfrm>
          <a:prstGeom prst="rect">
            <a:avLst/>
          </a:prstGeom>
          <a:noFill/>
        </p:spPr>
        <p:txBody>
          <a:bodyPr wrap="square" lIns="45720" tIns="9144" rIns="45720" bIns="9144" anchor="ctr">
            <a:spAutoFit/>
          </a:bodyPr>
          <a:lstStyle/>
          <a:p>
            <a:pPr algn="l">
              <a:spcAft>
                <a:spcPts val="0"/>
              </a:spcAft>
            </a:pPr>
            <a:r>
              <a:rPr lang="it-IT" sz="919" b="1" noProof="0" dirty="0">
                <a:solidFill>
                  <a:srgbClr val="64717A"/>
                </a:solidFill>
                <a:latin typeface="Poppins"/>
              </a:rPr>
              <a:t>PROCESSO END-TO-END</a:t>
            </a:r>
          </a:p>
        </p:txBody>
      </p:sp>
      <p:sp>
        <p:nvSpPr>
          <p:cNvPr id="11" name="Rounded Rectangle 10"/>
          <p:cNvSpPr/>
          <p:nvPr/>
        </p:nvSpPr>
        <p:spPr>
          <a:xfrm>
            <a:off x="3300984" y="1022251"/>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1232563"/>
            <a:ext cx="3547872" cy="201168"/>
          </a:xfrm>
          <a:prstGeom prst="rect">
            <a:avLst/>
          </a:prstGeom>
          <a:noFill/>
        </p:spPr>
        <p:txBody>
          <a:bodyPr wrap="square" lIns="45720" tIns="9144" rIns="45720" bIns="9144" anchor="ctr">
            <a:spAutoFit/>
          </a:bodyPr>
          <a:lstStyle/>
          <a:p>
            <a:pPr algn="l">
              <a:spcAft>
                <a:spcPts val="0"/>
              </a:spcAft>
            </a:pPr>
            <a:r>
              <a:rPr lang="it-IT" sz="1350" b="1" noProof="0" dirty="0">
                <a:solidFill>
                  <a:srgbClr val="2C3740"/>
                </a:solidFill>
                <a:latin typeface="Poppins"/>
              </a:rPr>
              <a:t>AWS | Stack componibile</a:t>
            </a:r>
          </a:p>
        </p:txBody>
      </p:sp>
      <p:sp>
        <p:nvSpPr>
          <p:cNvPr id="15" name="Rounded Rectangle 14"/>
          <p:cNvSpPr/>
          <p:nvPr/>
        </p:nvSpPr>
        <p:spPr>
          <a:xfrm>
            <a:off x="7379208" y="1022251"/>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0376" y="1220039"/>
            <a:ext cx="3547872" cy="226216"/>
          </a:xfrm>
          <a:prstGeom prst="rect">
            <a:avLst/>
          </a:prstGeom>
          <a:noFill/>
        </p:spPr>
        <p:txBody>
          <a:bodyPr wrap="square" lIns="45720" tIns="9144" rIns="45720" bIns="9144" anchor="ctr">
            <a:spAutoFit/>
          </a:bodyPr>
          <a:lstStyle/>
          <a:p>
            <a:pPr algn="l">
              <a:spcAft>
                <a:spcPts val="0"/>
              </a:spcAft>
            </a:pPr>
            <a:r>
              <a:rPr sz="1350" b="1" dirty="0">
                <a:solidFill>
                  <a:srgbClr val="2C3740"/>
                </a:solidFill>
                <a:latin typeface="Poppins"/>
              </a:rPr>
              <a:t>Qlik | </a:t>
            </a:r>
            <a:r>
              <a:rPr lang="it-IT" sz="1350" b="1" dirty="0">
                <a:solidFill>
                  <a:srgbClr val="2C3740"/>
                </a:solidFill>
                <a:latin typeface="Poppins"/>
              </a:rPr>
              <a:t>Cloud</a:t>
            </a:r>
            <a:r>
              <a:rPr sz="1350" b="1" dirty="0">
                <a:solidFill>
                  <a:srgbClr val="2C3740"/>
                </a:solidFill>
                <a:latin typeface="Poppins"/>
              </a:rPr>
              <a:t> + Talend</a:t>
            </a:r>
          </a:p>
        </p:txBody>
      </p:sp>
      <p:grpSp>
        <p:nvGrpSpPr>
          <p:cNvPr id="173" name="Gruppo 172">
            <a:extLst>
              <a:ext uri="{FF2B5EF4-FFF2-40B4-BE49-F238E27FC236}">
                <a16:creationId xmlns:a16="http://schemas.microsoft.com/office/drawing/2014/main" id="{76B42303-C6D0-112E-0018-6B51F2AAA935}"/>
              </a:ext>
            </a:extLst>
          </p:cNvPr>
          <p:cNvGrpSpPr/>
          <p:nvPr/>
        </p:nvGrpSpPr>
        <p:grpSpPr>
          <a:xfrm>
            <a:off x="713232" y="1744627"/>
            <a:ext cx="2423160" cy="374904"/>
            <a:chOff x="713232" y="1744627"/>
            <a:chExt cx="2423160" cy="374904"/>
          </a:xfrm>
        </p:grpSpPr>
        <p:sp>
          <p:nvSpPr>
            <p:cNvPr id="19" name="Rounded Rectangle 18"/>
            <p:cNvSpPr/>
            <p:nvPr/>
          </p:nvSpPr>
          <p:spPr>
            <a:xfrm>
              <a:off x="713232" y="1744627"/>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04672" y="181320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 y="183149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1</a:t>
              </a:r>
            </a:p>
          </p:txBody>
        </p:sp>
        <p:sp>
          <p:nvSpPr>
            <p:cNvPr id="22" name="TextBox 21"/>
            <p:cNvSpPr txBox="1"/>
            <p:nvPr/>
          </p:nvSpPr>
          <p:spPr>
            <a:xfrm>
              <a:off x="1133856" y="1794919"/>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Fonti e acquisizione</a:t>
              </a:r>
            </a:p>
          </p:txBody>
        </p:sp>
      </p:grpSp>
      <p:grpSp>
        <p:nvGrpSpPr>
          <p:cNvPr id="157" name="Gruppo 156">
            <a:extLst>
              <a:ext uri="{FF2B5EF4-FFF2-40B4-BE49-F238E27FC236}">
                <a16:creationId xmlns:a16="http://schemas.microsoft.com/office/drawing/2014/main" id="{B1E770AD-977F-535A-A375-C72E509EA1FA}"/>
              </a:ext>
            </a:extLst>
          </p:cNvPr>
          <p:cNvGrpSpPr/>
          <p:nvPr/>
        </p:nvGrpSpPr>
        <p:grpSpPr>
          <a:xfrm>
            <a:off x="3300984" y="1744627"/>
            <a:ext cx="3913632" cy="374904"/>
            <a:chOff x="3300984" y="1744627"/>
            <a:chExt cx="3913632" cy="374904"/>
          </a:xfrm>
        </p:grpSpPr>
        <p:sp>
          <p:nvSpPr>
            <p:cNvPr id="23" name="Rounded Rectangle 22"/>
            <p:cNvSpPr/>
            <p:nvPr/>
          </p:nvSpPr>
          <p:spPr>
            <a:xfrm>
              <a:off x="3300984"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2" name="Gruppo 141">
              <a:extLst>
                <a:ext uri="{FF2B5EF4-FFF2-40B4-BE49-F238E27FC236}">
                  <a16:creationId xmlns:a16="http://schemas.microsoft.com/office/drawing/2014/main" id="{051F5689-E99B-D199-F954-6DE93797D9F7}"/>
                </a:ext>
              </a:extLst>
            </p:cNvPr>
            <p:cNvGrpSpPr/>
            <p:nvPr/>
          </p:nvGrpSpPr>
          <p:grpSpPr>
            <a:xfrm>
              <a:off x="3392424" y="1794919"/>
              <a:ext cx="3721607" cy="274320"/>
              <a:chOff x="3392424" y="1794919"/>
              <a:chExt cx="3721607" cy="274320"/>
            </a:xfrm>
          </p:grpSpPr>
          <p:grpSp>
            <p:nvGrpSpPr>
              <p:cNvPr id="126" name="Gruppo 125">
                <a:extLst>
                  <a:ext uri="{FF2B5EF4-FFF2-40B4-BE49-F238E27FC236}">
                    <a16:creationId xmlns:a16="http://schemas.microsoft.com/office/drawing/2014/main" id="{DA59AEDF-DF10-B465-AA55-7FF5AD1292E4}"/>
                  </a:ext>
                </a:extLst>
              </p:cNvPr>
              <p:cNvGrpSpPr/>
              <p:nvPr/>
            </p:nvGrpSpPr>
            <p:grpSpPr>
              <a:xfrm>
                <a:off x="3392424" y="1813207"/>
                <a:ext cx="1097280" cy="237744"/>
                <a:chOff x="3392424" y="1813207"/>
                <a:chExt cx="1097280" cy="237744"/>
              </a:xfrm>
            </p:grpSpPr>
            <p:sp>
              <p:nvSpPr>
                <p:cNvPr id="24" name="Rounded Rectangle 23"/>
                <p:cNvSpPr/>
                <p:nvPr/>
              </p:nvSpPr>
              <p:spPr>
                <a:xfrm>
                  <a:off x="3392424" y="181320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19857" y="183149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26" name="TextBox 25"/>
              <p:cNvSpPr txBox="1"/>
              <p:nvPr/>
            </p:nvSpPr>
            <p:spPr>
              <a:xfrm>
                <a:off x="4599431"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Connettori dedicati, coordinati da </a:t>
                </a:r>
                <a:r>
                  <a:rPr lang="it-IT" sz="815" b="0" noProof="0" dirty="0" err="1">
                    <a:solidFill>
                      <a:srgbClr val="2C3740"/>
                    </a:solidFill>
                    <a:latin typeface="Poppins"/>
                  </a:rPr>
                  <a:t>Dagster</a:t>
                </a:r>
                <a:endParaRPr lang="it-IT" sz="815" b="0" noProof="0" dirty="0">
                  <a:solidFill>
                    <a:srgbClr val="2C3740"/>
                  </a:solidFill>
                  <a:latin typeface="Poppins"/>
                </a:endParaRPr>
              </a:p>
            </p:txBody>
          </p:sp>
        </p:grpSp>
      </p:grpSp>
      <p:grpSp>
        <p:nvGrpSpPr>
          <p:cNvPr id="165" name="Gruppo 164">
            <a:extLst>
              <a:ext uri="{FF2B5EF4-FFF2-40B4-BE49-F238E27FC236}">
                <a16:creationId xmlns:a16="http://schemas.microsoft.com/office/drawing/2014/main" id="{55062C91-87B5-D204-B99C-CFB9914BF64D}"/>
              </a:ext>
            </a:extLst>
          </p:cNvPr>
          <p:cNvGrpSpPr/>
          <p:nvPr/>
        </p:nvGrpSpPr>
        <p:grpSpPr>
          <a:xfrm>
            <a:off x="7379208" y="1744627"/>
            <a:ext cx="3913632" cy="374904"/>
            <a:chOff x="7379208" y="1744627"/>
            <a:chExt cx="3913632" cy="374904"/>
          </a:xfrm>
        </p:grpSpPr>
        <p:sp>
          <p:nvSpPr>
            <p:cNvPr id="27" name="Rounded Rectangle 26"/>
            <p:cNvSpPr/>
            <p:nvPr/>
          </p:nvSpPr>
          <p:spPr>
            <a:xfrm>
              <a:off x="7379208"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9" name="Gruppo 148">
              <a:extLst>
                <a:ext uri="{FF2B5EF4-FFF2-40B4-BE49-F238E27FC236}">
                  <a16:creationId xmlns:a16="http://schemas.microsoft.com/office/drawing/2014/main" id="{F91E27D4-8710-FFF1-5D97-FD7367ADD84A}"/>
                </a:ext>
              </a:extLst>
            </p:cNvPr>
            <p:cNvGrpSpPr/>
            <p:nvPr/>
          </p:nvGrpSpPr>
          <p:grpSpPr>
            <a:xfrm>
              <a:off x="7470648" y="1794919"/>
              <a:ext cx="3721608" cy="274320"/>
              <a:chOff x="7470648" y="1794919"/>
              <a:chExt cx="3721608" cy="274320"/>
            </a:xfrm>
          </p:grpSpPr>
          <p:grpSp>
            <p:nvGrpSpPr>
              <p:cNvPr id="134" name="Gruppo 133">
                <a:extLst>
                  <a:ext uri="{FF2B5EF4-FFF2-40B4-BE49-F238E27FC236}">
                    <a16:creationId xmlns:a16="http://schemas.microsoft.com/office/drawing/2014/main" id="{E79D7866-6423-7C0D-DD0C-7F45AD7C1D0B}"/>
                  </a:ext>
                </a:extLst>
              </p:cNvPr>
              <p:cNvGrpSpPr/>
              <p:nvPr/>
            </p:nvGrpSpPr>
            <p:grpSpPr>
              <a:xfrm>
                <a:off x="7470648" y="1813207"/>
                <a:ext cx="1097280" cy="237744"/>
                <a:chOff x="7470648" y="1813207"/>
                <a:chExt cx="1097280" cy="237744"/>
              </a:xfrm>
            </p:grpSpPr>
            <p:sp>
              <p:nvSpPr>
                <p:cNvPr id="28" name="Rounded Rectangle 27"/>
                <p:cNvSpPr/>
                <p:nvPr/>
              </p:nvSpPr>
              <p:spPr>
                <a:xfrm>
                  <a:off x="7470648" y="1813207"/>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1" y="183149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30" name="TextBox 29"/>
              <p:cNvSpPr txBox="1"/>
              <p:nvPr/>
            </p:nvSpPr>
            <p:spPr>
              <a:xfrm>
                <a:off x="8677656"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Acquisizione con </a:t>
                </a:r>
                <a:r>
                  <a:rPr lang="it-IT" sz="815" b="0" noProof="0" dirty="0" err="1">
                    <a:solidFill>
                      <a:srgbClr val="2C3740"/>
                    </a:solidFill>
                    <a:latin typeface="Poppins"/>
                  </a:rPr>
                  <a:t>Qlik</a:t>
                </a:r>
                <a:r>
                  <a:rPr lang="it-IT" sz="815" b="0" noProof="0" dirty="0">
                    <a:solidFill>
                      <a:srgbClr val="2C3740"/>
                    </a:solidFill>
                    <a:latin typeface="Poppins"/>
                  </a:rPr>
                  <a:t> </a:t>
                </a:r>
                <a:r>
                  <a:rPr lang="it-IT" sz="815" b="0" noProof="0" dirty="0" err="1">
                    <a:solidFill>
                      <a:srgbClr val="2C3740"/>
                    </a:solidFill>
                    <a:latin typeface="Poppins"/>
                  </a:rPr>
                  <a:t>Talend</a:t>
                </a:r>
                <a:r>
                  <a:rPr lang="it-IT" sz="815" b="0" noProof="0" dirty="0">
                    <a:solidFill>
                      <a:srgbClr val="2C3740"/>
                    </a:solidFill>
                    <a:latin typeface="Poppins"/>
                  </a:rPr>
                  <a:t> Cloud</a:t>
                </a:r>
              </a:p>
            </p:txBody>
          </p:sp>
        </p:grpSp>
      </p:grpSp>
      <p:grpSp>
        <p:nvGrpSpPr>
          <p:cNvPr id="174" name="Gruppo 173">
            <a:extLst>
              <a:ext uri="{FF2B5EF4-FFF2-40B4-BE49-F238E27FC236}">
                <a16:creationId xmlns:a16="http://schemas.microsoft.com/office/drawing/2014/main" id="{ABE926DE-56AA-46B3-64A3-842081DA753D}"/>
              </a:ext>
            </a:extLst>
          </p:cNvPr>
          <p:cNvGrpSpPr/>
          <p:nvPr/>
        </p:nvGrpSpPr>
        <p:grpSpPr>
          <a:xfrm>
            <a:off x="713232" y="2174395"/>
            <a:ext cx="2423160" cy="374904"/>
            <a:chOff x="713232" y="2174395"/>
            <a:chExt cx="2423160" cy="374904"/>
          </a:xfrm>
        </p:grpSpPr>
        <p:sp>
          <p:nvSpPr>
            <p:cNvPr id="31" name="Rounded Rectangle 30"/>
            <p:cNvSpPr/>
            <p:nvPr/>
          </p:nvSpPr>
          <p:spPr>
            <a:xfrm>
              <a:off x="713232" y="2174395"/>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4672" y="224297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 y="226126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2</a:t>
              </a:r>
            </a:p>
          </p:txBody>
        </p:sp>
        <p:sp>
          <p:nvSpPr>
            <p:cNvPr id="34" name="TextBox 33"/>
            <p:cNvSpPr txBox="1"/>
            <p:nvPr/>
          </p:nvSpPr>
          <p:spPr>
            <a:xfrm>
              <a:off x="1133856" y="222468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Conservazione degli input</a:t>
              </a:r>
            </a:p>
          </p:txBody>
        </p:sp>
      </p:grpSp>
      <p:grpSp>
        <p:nvGrpSpPr>
          <p:cNvPr id="158" name="Gruppo 157">
            <a:extLst>
              <a:ext uri="{FF2B5EF4-FFF2-40B4-BE49-F238E27FC236}">
                <a16:creationId xmlns:a16="http://schemas.microsoft.com/office/drawing/2014/main" id="{529125A7-B14E-6317-050E-EF9B12E80FA7}"/>
              </a:ext>
            </a:extLst>
          </p:cNvPr>
          <p:cNvGrpSpPr/>
          <p:nvPr/>
        </p:nvGrpSpPr>
        <p:grpSpPr>
          <a:xfrm>
            <a:off x="3300984" y="2174395"/>
            <a:ext cx="3913632" cy="374904"/>
            <a:chOff x="3300984" y="2174395"/>
            <a:chExt cx="3913632" cy="374904"/>
          </a:xfrm>
        </p:grpSpPr>
        <p:sp>
          <p:nvSpPr>
            <p:cNvPr id="35" name="Rounded Rectangle 34"/>
            <p:cNvSpPr/>
            <p:nvPr/>
          </p:nvSpPr>
          <p:spPr>
            <a:xfrm>
              <a:off x="3300984"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7" name="Gruppo 126">
              <a:extLst>
                <a:ext uri="{FF2B5EF4-FFF2-40B4-BE49-F238E27FC236}">
                  <a16:creationId xmlns:a16="http://schemas.microsoft.com/office/drawing/2014/main" id="{0A082D92-9898-A3DD-283D-47392381066A}"/>
                </a:ext>
              </a:extLst>
            </p:cNvPr>
            <p:cNvGrpSpPr/>
            <p:nvPr/>
          </p:nvGrpSpPr>
          <p:grpSpPr>
            <a:xfrm>
              <a:off x="3392424" y="2242975"/>
              <a:ext cx="1097280" cy="237744"/>
              <a:chOff x="3392424" y="2242975"/>
              <a:chExt cx="1097280" cy="237744"/>
            </a:xfrm>
          </p:grpSpPr>
          <p:sp>
            <p:nvSpPr>
              <p:cNvPr id="36" name="Rounded Rectangle 35"/>
              <p:cNvSpPr/>
              <p:nvPr/>
            </p:nvSpPr>
            <p:spPr>
              <a:xfrm>
                <a:off x="3392424" y="224297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19857" y="226126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38" name="TextBox 37"/>
            <p:cNvSpPr txBox="1"/>
            <p:nvPr/>
          </p:nvSpPr>
          <p:spPr>
            <a:xfrm>
              <a:off x="4599431"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Database e archivio file su AWS</a:t>
              </a:r>
            </a:p>
          </p:txBody>
        </p:sp>
      </p:grpSp>
      <p:grpSp>
        <p:nvGrpSpPr>
          <p:cNvPr id="166" name="Gruppo 165">
            <a:extLst>
              <a:ext uri="{FF2B5EF4-FFF2-40B4-BE49-F238E27FC236}">
                <a16:creationId xmlns:a16="http://schemas.microsoft.com/office/drawing/2014/main" id="{88E79519-7F9F-A606-50BC-53DCCBA76AAF}"/>
              </a:ext>
            </a:extLst>
          </p:cNvPr>
          <p:cNvGrpSpPr/>
          <p:nvPr/>
        </p:nvGrpSpPr>
        <p:grpSpPr>
          <a:xfrm>
            <a:off x="7379208" y="2174395"/>
            <a:ext cx="3913632" cy="374904"/>
            <a:chOff x="7379208" y="2174395"/>
            <a:chExt cx="3913632" cy="374904"/>
          </a:xfrm>
        </p:grpSpPr>
        <p:sp>
          <p:nvSpPr>
            <p:cNvPr id="39" name="Rounded Rectangle 38"/>
            <p:cNvSpPr/>
            <p:nvPr/>
          </p:nvSpPr>
          <p:spPr>
            <a:xfrm>
              <a:off x="7379208"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0" name="Gruppo 149">
              <a:extLst>
                <a:ext uri="{FF2B5EF4-FFF2-40B4-BE49-F238E27FC236}">
                  <a16:creationId xmlns:a16="http://schemas.microsoft.com/office/drawing/2014/main" id="{593199F4-EAE6-A980-7F79-6631B7915B8A}"/>
                </a:ext>
              </a:extLst>
            </p:cNvPr>
            <p:cNvGrpSpPr/>
            <p:nvPr/>
          </p:nvGrpSpPr>
          <p:grpSpPr>
            <a:xfrm>
              <a:off x="7470648" y="2224687"/>
              <a:ext cx="3721608" cy="274320"/>
              <a:chOff x="7470648" y="2224687"/>
              <a:chExt cx="3721608" cy="274320"/>
            </a:xfrm>
          </p:grpSpPr>
          <p:grpSp>
            <p:nvGrpSpPr>
              <p:cNvPr id="135" name="Gruppo 134">
                <a:extLst>
                  <a:ext uri="{FF2B5EF4-FFF2-40B4-BE49-F238E27FC236}">
                    <a16:creationId xmlns:a16="http://schemas.microsoft.com/office/drawing/2014/main" id="{5234FF1B-3D4A-EF81-25EC-27260D6C7DFA}"/>
                  </a:ext>
                </a:extLst>
              </p:cNvPr>
              <p:cNvGrpSpPr/>
              <p:nvPr/>
            </p:nvGrpSpPr>
            <p:grpSpPr>
              <a:xfrm>
                <a:off x="7470648" y="2242975"/>
                <a:ext cx="1097280" cy="237744"/>
                <a:chOff x="7470648" y="2242975"/>
                <a:chExt cx="1097280" cy="237744"/>
              </a:xfrm>
            </p:grpSpPr>
            <p:sp>
              <p:nvSpPr>
                <p:cNvPr id="40" name="Rounded Rectangle 39"/>
                <p:cNvSpPr/>
                <p:nvPr/>
              </p:nvSpPr>
              <p:spPr>
                <a:xfrm>
                  <a:off x="7470648" y="2242975"/>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98081" y="226126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42" name="TextBox 41"/>
              <p:cNvSpPr txBox="1"/>
              <p:nvPr/>
            </p:nvSpPr>
            <p:spPr>
              <a:xfrm>
                <a:off x="8677656"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Archivio storico ancora da scegliere</a:t>
                </a:r>
              </a:p>
            </p:txBody>
          </p:sp>
        </p:grpSp>
      </p:grpSp>
      <p:grpSp>
        <p:nvGrpSpPr>
          <p:cNvPr id="175" name="Gruppo 174">
            <a:extLst>
              <a:ext uri="{FF2B5EF4-FFF2-40B4-BE49-F238E27FC236}">
                <a16:creationId xmlns:a16="http://schemas.microsoft.com/office/drawing/2014/main" id="{6FA5D03A-728D-853C-DBF1-86DFBC962260}"/>
              </a:ext>
            </a:extLst>
          </p:cNvPr>
          <p:cNvGrpSpPr/>
          <p:nvPr/>
        </p:nvGrpSpPr>
        <p:grpSpPr>
          <a:xfrm>
            <a:off x="713232" y="2604163"/>
            <a:ext cx="2423160" cy="374904"/>
            <a:chOff x="713232" y="2604163"/>
            <a:chExt cx="2423160" cy="374904"/>
          </a:xfrm>
        </p:grpSpPr>
        <p:sp>
          <p:nvSpPr>
            <p:cNvPr id="43" name="Rounded Rectangle 42"/>
            <p:cNvSpPr/>
            <p:nvPr/>
          </p:nvSpPr>
          <p:spPr>
            <a:xfrm>
              <a:off x="713232" y="2604163"/>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04672" y="267274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4672" y="269103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3</a:t>
              </a:r>
            </a:p>
          </p:txBody>
        </p:sp>
        <p:sp>
          <p:nvSpPr>
            <p:cNvPr id="46" name="TextBox 45"/>
            <p:cNvSpPr txBox="1"/>
            <p:nvPr/>
          </p:nvSpPr>
          <p:spPr>
            <a:xfrm>
              <a:off x="1133856" y="265445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Preparazione e mapping</a:t>
              </a:r>
            </a:p>
          </p:txBody>
        </p:sp>
      </p:grpSp>
      <p:grpSp>
        <p:nvGrpSpPr>
          <p:cNvPr id="159" name="Gruppo 158">
            <a:extLst>
              <a:ext uri="{FF2B5EF4-FFF2-40B4-BE49-F238E27FC236}">
                <a16:creationId xmlns:a16="http://schemas.microsoft.com/office/drawing/2014/main" id="{3F525E35-2821-A504-1F5A-065F42682E0A}"/>
              </a:ext>
            </a:extLst>
          </p:cNvPr>
          <p:cNvGrpSpPr/>
          <p:nvPr/>
        </p:nvGrpSpPr>
        <p:grpSpPr>
          <a:xfrm>
            <a:off x="3300984" y="2604163"/>
            <a:ext cx="3913632" cy="374904"/>
            <a:chOff x="3300984" y="2604163"/>
            <a:chExt cx="3913632" cy="374904"/>
          </a:xfrm>
        </p:grpSpPr>
        <p:sp>
          <p:nvSpPr>
            <p:cNvPr id="47" name="Rounded Rectangle 46"/>
            <p:cNvSpPr/>
            <p:nvPr/>
          </p:nvSpPr>
          <p:spPr>
            <a:xfrm>
              <a:off x="3300984"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3" name="Gruppo 142">
              <a:extLst>
                <a:ext uri="{FF2B5EF4-FFF2-40B4-BE49-F238E27FC236}">
                  <a16:creationId xmlns:a16="http://schemas.microsoft.com/office/drawing/2014/main" id="{ED639D8D-5A0B-44AF-7AE5-C59464EE207B}"/>
                </a:ext>
              </a:extLst>
            </p:cNvPr>
            <p:cNvGrpSpPr/>
            <p:nvPr/>
          </p:nvGrpSpPr>
          <p:grpSpPr>
            <a:xfrm>
              <a:off x="3392424" y="2654455"/>
              <a:ext cx="3721607" cy="274320"/>
              <a:chOff x="3392424" y="2654455"/>
              <a:chExt cx="3721607" cy="274320"/>
            </a:xfrm>
          </p:grpSpPr>
          <p:grpSp>
            <p:nvGrpSpPr>
              <p:cNvPr id="128" name="Gruppo 127">
                <a:extLst>
                  <a:ext uri="{FF2B5EF4-FFF2-40B4-BE49-F238E27FC236}">
                    <a16:creationId xmlns:a16="http://schemas.microsoft.com/office/drawing/2014/main" id="{3B8EEA74-C14C-B98E-3EAB-685683A11801}"/>
                  </a:ext>
                </a:extLst>
              </p:cNvPr>
              <p:cNvGrpSpPr/>
              <p:nvPr/>
            </p:nvGrpSpPr>
            <p:grpSpPr>
              <a:xfrm>
                <a:off x="3392424" y="2672743"/>
                <a:ext cx="1097280" cy="237744"/>
                <a:chOff x="3392424" y="2672743"/>
                <a:chExt cx="1097280" cy="237744"/>
              </a:xfrm>
            </p:grpSpPr>
            <p:sp>
              <p:nvSpPr>
                <p:cNvPr id="48" name="Rounded Rectangle 47"/>
                <p:cNvSpPr/>
                <p:nvPr/>
              </p:nvSpPr>
              <p:spPr>
                <a:xfrm>
                  <a:off x="3392424" y="2672743"/>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19857" y="269103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50" name="TextBox 49"/>
              <p:cNvSpPr txBox="1"/>
              <p:nvPr/>
            </p:nvSpPr>
            <p:spPr>
              <a:xfrm>
                <a:off x="4599431"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dbt</a:t>
                </a:r>
                <a:r>
                  <a:rPr lang="it-IT" sz="815" b="0" noProof="0" dirty="0">
                    <a:solidFill>
                      <a:srgbClr val="2C3740"/>
                    </a:solidFill>
                    <a:latin typeface="Poppins"/>
                  </a:rPr>
                  <a:t> e tabelle di corrispondenza</a:t>
                </a:r>
              </a:p>
            </p:txBody>
          </p:sp>
        </p:grpSp>
      </p:grpSp>
      <p:grpSp>
        <p:nvGrpSpPr>
          <p:cNvPr id="167" name="Gruppo 166">
            <a:extLst>
              <a:ext uri="{FF2B5EF4-FFF2-40B4-BE49-F238E27FC236}">
                <a16:creationId xmlns:a16="http://schemas.microsoft.com/office/drawing/2014/main" id="{08B6BCD7-0F1D-A34B-CE18-BB1D987CA42C}"/>
              </a:ext>
            </a:extLst>
          </p:cNvPr>
          <p:cNvGrpSpPr/>
          <p:nvPr/>
        </p:nvGrpSpPr>
        <p:grpSpPr>
          <a:xfrm>
            <a:off x="7379208" y="2604163"/>
            <a:ext cx="3913632" cy="374904"/>
            <a:chOff x="7379208" y="2604163"/>
            <a:chExt cx="3913632" cy="374904"/>
          </a:xfrm>
        </p:grpSpPr>
        <p:sp>
          <p:nvSpPr>
            <p:cNvPr id="51" name="Rounded Rectangle 50"/>
            <p:cNvSpPr/>
            <p:nvPr/>
          </p:nvSpPr>
          <p:spPr>
            <a:xfrm>
              <a:off x="7379208"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1" name="Gruppo 150">
              <a:extLst>
                <a:ext uri="{FF2B5EF4-FFF2-40B4-BE49-F238E27FC236}">
                  <a16:creationId xmlns:a16="http://schemas.microsoft.com/office/drawing/2014/main" id="{AA15FE83-2FAD-615E-A1A7-365C59ED62B7}"/>
                </a:ext>
              </a:extLst>
            </p:cNvPr>
            <p:cNvGrpSpPr/>
            <p:nvPr/>
          </p:nvGrpSpPr>
          <p:grpSpPr>
            <a:xfrm>
              <a:off x="7470648" y="2654455"/>
              <a:ext cx="3721608" cy="274320"/>
              <a:chOff x="7470648" y="2654455"/>
              <a:chExt cx="3721608" cy="274320"/>
            </a:xfrm>
          </p:grpSpPr>
          <p:grpSp>
            <p:nvGrpSpPr>
              <p:cNvPr id="136" name="Gruppo 135">
                <a:extLst>
                  <a:ext uri="{FF2B5EF4-FFF2-40B4-BE49-F238E27FC236}">
                    <a16:creationId xmlns:a16="http://schemas.microsoft.com/office/drawing/2014/main" id="{8674ABCD-ADBC-5872-A9DA-88171467F5E6}"/>
                  </a:ext>
                </a:extLst>
              </p:cNvPr>
              <p:cNvGrpSpPr/>
              <p:nvPr/>
            </p:nvGrpSpPr>
            <p:grpSpPr>
              <a:xfrm>
                <a:off x="7470648" y="2672743"/>
                <a:ext cx="1097280" cy="237744"/>
                <a:chOff x="7470648" y="2672743"/>
                <a:chExt cx="1097280" cy="237744"/>
              </a:xfrm>
            </p:grpSpPr>
            <p:sp>
              <p:nvSpPr>
                <p:cNvPr id="52" name="Rounded Rectangle 51"/>
                <p:cNvSpPr/>
                <p:nvPr/>
              </p:nvSpPr>
              <p:spPr>
                <a:xfrm>
                  <a:off x="7470648" y="2672743"/>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1" y="269103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54" name="TextBox 53"/>
              <p:cNvSpPr txBox="1"/>
              <p:nvPr/>
            </p:nvSpPr>
            <p:spPr>
              <a:xfrm>
                <a:off x="8677656"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Preparazione e mapping con </a:t>
                </a:r>
                <a:r>
                  <a:rPr lang="it-IT" sz="815" b="0" noProof="0" dirty="0" err="1">
                    <a:solidFill>
                      <a:srgbClr val="2C3740"/>
                    </a:solidFill>
                    <a:latin typeface="Poppins"/>
                  </a:rPr>
                  <a:t>Talend</a:t>
                </a:r>
                <a:endParaRPr lang="it-IT" sz="815" b="0" noProof="0" dirty="0">
                  <a:solidFill>
                    <a:srgbClr val="2C3740"/>
                  </a:solidFill>
                  <a:latin typeface="Poppins"/>
                </a:endParaRPr>
              </a:p>
            </p:txBody>
          </p:sp>
        </p:grpSp>
      </p:grpSp>
      <p:grpSp>
        <p:nvGrpSpPr>
          <p:cNvPr id="176" name="Gruppo 175">
            <a:extLst>
              <a:ext uri="{FF2B5EF4-FFF2-40B4-BE49-F238E27FC236}">
                <a16:creationId xmlns:a16="http://schemas.microsoft.com/office/drawing/2014/main" id="{99A178E9-056F-16FC-26A2-56783C32829E}"/>
              </a:ext>
            </a:extLst>
          </p:cNvPr>
          <p:cNvGrpSpPr/>
          <p:nvPr/>
        </p:nvGrpSpPr>
        <p:grpSpPr>
          <a:xfrm>
            <a:off x="713232" y="3033931"/>
            <a:ext cx="2423160" cy="374904"/>
            <a:chOff x="713232" y="3033931"/>
            <a:chExt cx="2423160" cy="374904"/>
          </a:xfrm>
        </p:grpSpPr>
        <p:sp>
          <p:nvSpPr>
            <p:cNvPr id="55" name="Rounded Rectangle 54"/>
            <p:cNvSpPr/>
            <p:nvPr/>
          </p:nvSpPr>
          <p:spPr>
            <a:xfrm>
              <a:off x="713232" y="3033931"/>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04672" y="3102511"/>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4672" y="3120799"/>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4</a:t>
              </a:r>
            </a:p>
          </p:txBody>
        </p:sp>
        <p:sp>
          <p:nvSpPr>
            <p:cNvPr id="58" name="TextBox 57"/>
            <p:cNvSpPr txBox="1"/>
            <p:nvPr/>
          </p:nvSpPr>
          <p:spPr>
            <a:xfrm>
              <a:off x="1133856" y="3084223"/>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Regole, allocazioni e calcoli</a:t>
              </a:r>
            </a:p>
          </p:txBody>
        </p:sp>
      </p:grpSp>
      <p:grpSp>
        <p:nvGrpSpPr>
          <p:cNvPr id="160" name="Gruppo 159">
            <a:extLst>
              <a:ext uri="{FF2B5EF4-FFF2-40B4-BE49-F238E27FC236}">
                <a16:creationId xmlns:a16="http://schemas.microsoft.com/office/drawing/2014/main" id="{AC175596-DA80-8C69-BB95-B72247CC8B00}"/>
              </a:ext>
            </a:extLst>
          </p:cNvPr>
          <p:cNvGrpSpPr/>
          <p:nvPr/>
        </p:nvGrpSpPr>
        <p:grpSpPr>
          <a:xfrm>
            <a:off x="3300984" y="3033931"/>
            <a:ext cx="3913632" cy="374904"/>
            <a:chOff x="3300984" y="3033931"/>
            <a:chExt cx="3913632" cy="374904"/>
          </a:xfrm>
        </p:grpSpPr>
        <p:sp>
          <p:nvSpPr>
            <p:cNvPr id="59" name="Rounded Rectangle 58"/>
            <p:cNvSpPr/>
            <p:nvPr/>
          </p:nvSpPr>
          <p:spPr>
            <a:xfrm>
              <a:off x="3300984"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4" name="Gruppo 143">
              <a:extLst>
                <a:ext uri="{FF2B5EF4-FFF2-40B4-BE49-F238E27FC236}">
                  <a16:creationId xmlns:a16="http://schemas.microsoft.com/office/drawing/2014/main" id="{3BC6280E-0FA5-6E9B-1E68-F5D4AA8CBD60}"/>
                </a:ext>
              </a:extLst>
            </p:cNvPr>
            <p:cNvGrpSpPr/>
            <p:nvPr/>
          </p:nvGrpSpPr>
          <p:grpSpPr>
            <a:xfrm>
              <a:off x="3392424" y="3084223"/>
              <a:ext cx="3721607" cy="274320"/>
              <a:chOff x="3392424" y="3084223"/>
              <a:chExt cx="3721607" cy="274320"/>
            </a:xfrm>
          </p:grpSpPr>
          <p:grpSp>
            <p:nvGrpSpPr>
              <p:cNvPr id="129" name="Gruppo 128">
                <a:extLst>
                  <a:ext uri="{FF2B5EF4-FFF2-40B4-BE49-F238E27FC236}">
                    <a16:creationId xmlns:a16="http://schemas.microsoft.com/office/drawing/2014/main" id="{2C835CA8-B152-3B8E-1AAB-1A2AF8924B51}"/>
                  </a:ext>
                </a:extLst>
              </p:cNvPr>
              <p:cNvGrpSpPr/>
              <p:nvPr/>
            </p:nvGrpSpPr>
            <p:grpSpPr>
              <a:xfrm>
                <a:off x="3392424" y="3102511"/>
                <a:ext cx="1097280" cy="237744"/>
                <a:chOff x="3392424" y="3102511"/>
                <a:chExt cx="1097280" cy="237744"/>
              </a:xfrm>
            </p:grpSpPr>
            <p:sp>
              <p:nvSpPr>
                <p:cNvPr id="60" name="Rounded Rectangle 59"/>
                <p:cNvSpPr/>
                <p:nvPr/>
              </p:nvSpPr>
              <p:spPr>
                <a:xfrm>
                  <a:off x="3392424" y="3102511"/>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19857" y="3120799"/>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62" name="TextBox 61"/>
              <p:cNvSpPr txBox="1"/>
              <p:nvPr/>
            </p:nvSpPr>
            <p:spPr>
              <a:xfrm>
                <a:off x="4599431"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a:t>
                </a:r>
                <a:r>
                  <a:rPr lang="it-IT" sz="815" b="0" noProof="0" dirty="0" err="1">
                    <a:solidFill>
                      <a:srgbClr val="2C3740"/>
                    </a:solidFill>
                    <a:latin typeface="Poppins"/>
                  </a:rPr>
                  <a:t>dbt</a:t>
                </a:r>
                <a:r>
                  <a:rPr lang="it-IT" sz="815" b="0" noProof="0" dirty="0">
                    <a:solidFill>
                      <a:srgbClr val="2C3740"/>
                    </a:solidFill>
                    <a:latin typeface="Poppins"/>
                  </a:rPr>
                  <a:t> e regole CDG da implementare</a:t>
                </a:r>
              </a:p>
            </p:txBody>
          </p:sp>
        </p:grpSp>
      </p:grpSp>
      <p:grpSp>
        <p:nvGrpSpPr>
          <p:cNvPr id="168" name="Gruppo 167">
            <a:extLst>
              <a:ext uri="{FF2B5EF4-FFF2-40B4-BE49-F238E27FC236}">
                <a16:creationId xmlns:a16="http://schemas.microsoft.com/office/drawing/2014/main" id="{DC243299-F605-7466-0BB7-6B4A835AD607}"/>
              </a:ext>
            </a:extLst>
          </p:cNvPr>
          <p:cNvGrpSpPr/>
          <p:nvPr/>
        </p:nvGrpSpPr>
        <p:grpSpPr>
          <a:xfrm>
            <a:off x="7379208" y="3033931"/>
            <a:ext cx="3913632" cy="374904"/>
            <a:chOff x="7379208" y="3033931"/>
            <a:chExt cx="3913632" cy="374904"/>
          </a:xfrm>
        </p:grpSpPr>
        <p:sp>
          <p:nvSpPr>
            <p:cNvPr id="63" name="Rounded Rectangle 62"/>
            <p:cNvSpPr/>
            <p:nvPr/>
          </p:nvSpPr>
          <p:spPr>
            <a:xfrm>
              <a:off x="7379208"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2" name="Gruppo 151">
              <a:extLst>
                <a:ext uri="{FF2B5EF4-FFF2-40B4-BE49-F238E27FC236}">
                  <a16:creationId xmlns:a16="http://schemas.microsoft.com/office/drawing/2014/main" id="{C53A9851-A4F1-B0F0-14F4-13347EA2CB5B}"/>
                </a:ext>
              </a:extLst>
            </p:cNvPr>
            <p:cNvGrpSpPr/>
            <p:nvPr/>
          </p:nvGrpSpPr>
          <p:grpSpPr>
            <a:xfrm>
              <a:off x="7470648" y="3084223"/>
              <a:ext cx="3721608" cy="274320"/>
              <a:chOff x="7470648" y="3084223"/>
              <a:chExt cx="3721608" cy="274320"/>
            </a:xfrm>
          </p:grpSpPr>
          <p:grpSp>
            <p:nvGrpSpPr>
              <p:cNvPr id="137" name="Gruppo 136">
                <a:extLst>
                  <a:ext uri="{FF2B5EF4-FFF2-40B4-BE49-F238E27FC236}">
                    <a16:creationId xmlns:a16="http://schemas.microsoft.com/office/drawing/2014/main" id="{CAB79D61-DE8C-6D66-5D8B-C2B859AAB734}"/>
                  </a:ext>
                </a:extLst>
              </p:cNvPr>
              <p:cNvGrpSpPr/>
              <p:nvPr/>
            </p:nvGrpSpPr>
            <p:grpSpPr>
              <a:xfrm>
                <a:off x="7470648" y="3102511"/>
                <a:ext cx="1097280" cy="237744"/>
                <a:chOff x="7470648" y="3102511"/>
                <a:chExt cx="1097280" cy="237744"/>
              </a:xfrm>
            </p:grpSpPr>
            <p:sp>
              <p:nvSpPr>
                <p:cNvPr id="64" name="Rounded Rectangle 63"/>
                <p:cNvSpPr/>
                <p:nvPr/>
              </p:nvSpPr>
              <p:spPr>
                <a:xfrm>
                  <a:off x="7470648" y="3102511"/>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498081" y="3120799"/>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66" name="TextBox 65"/>
              <p:cNvSpPr txBox="1"/>
              <p:nvPr/>
            </p:nvSpPr>
            <p:spPr>
              <a:xfrm>
                <a:off x="8677656"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a:t>
                </a:r>
                <a:r>
                  <a:rPr lang="it-IT" sz="815" b="0" noProof="0" dirty="0" err="1">
                    <a:solidFill>
                      <a:srgbClr val="2C3740"/>
                    </a:solidFill>
                    <a:latin typeface="Poppins"/>
                  </a:rPr>
                  <a:t>Talend</a:t>
                </a:r>
                <a:r>
                  <a:rPr lang="it-IT" sz="815" b="0" noProof="0" dirty="0">
                    <a:solidFill>
                      <a:srgbClr val="2C3740"/>
                    </a:solidFill>
                    <a:latin typeface="Poppins"/>
                  </a:rPr>
                  <a:t>, SQL o moduli dedicati</a:t>
                </a:r>
              </a:p>
            </p:txBody>
          </p:sp>
        </p:grpSp>
      </p:grpSp>
      <p:grpSp>
        <p:nvGrpSpPr>
          <p:cNvPr id="177" name="Gruppo 176">
            <a:extLst>
              <a:ext uri="{FF2B5EF4-FFF2-40B4-BE49-F238E27FC236}">
                <a16:creationId xmlns:a16="http://schemas.microsoft.com/office/drawing/2014/main" id="{7D93D23C-6B10-EF32-3299-CF6D5033F94E}"/>
              </a:ext>
            </a:extLst>
          </p:cNvPr>
          <p:cNvGrpSpPr/>
          <p:nvPr/>
        </p:nvGrpSpPr>
        <p:grpSpPr>
          <a:xfrm>
            <a:off x="713232" y="3463698"/>
            <a:ext cx="2423160" cy="374904"/>
            <a:chOff x="713232" y="3463698"/>
            <a:chExt cx="2423160" cy="374904"/>
          </a:xfrm>
        </p:grpSpPr>
        <p:sp>
          <p:nvSpPr>
            <p:cNvPr id="67" name="Rounded Rectangle 66"/>
            <p:cNvSpPr/>
            <p:nvPr/>
          </p:nvSpPr>
          <p:spPr>
            <a:xfrm>
              <a:off x="713232" y="346369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804672" y="353227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4672" y="3550566"/>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5</a:t>
              </a:r>
            </a:p>
          </p:txBody>
        </p:sp>
        <p:sp>
          <p:nvSpPr>
            <p:cNvPr id="70" name="TextBox 69"/>
            <p:cNvSpPr txBox="1"/>
            <p:nvPr/>
          </p:nvSpPr>
          <p:spPr>
            <a:xfrm>
              <a:off x="1133856" y="3513990"/>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Qualità e riconciliazione</a:t>
              </a:r>
            </a:p>
          </p:txBody>
        </p:sp>
      </p:grpSp>
      <p:grpSp>
        <p:nvGrpSpPr>
          <p:cNvPr id="161" name="Gruppo 160">
            <a:extLst>
              <a:ext uri="{FF2B5EF4-FFF2-40B4-BE49-F238E27FC236}">
                <a16:creationId xmlns:a16="http://schemas.microsoft.com/office/drawing/2014/main" id="{F267C927-CE19-0491-49C5-66B5C55770C6}"/>
              </a:ext>
            </a:extLst>
          </p:cNvPr>
          <p:cNvGrpSpPr/>
          <p:nvPr/>
        </p:nvGrpSpPr>
        <p:grpSpPr>
          <a:xfrm>
            <a:off x="3300984" y="3463698"/>
            <a:ext cx="3913632" cy="374904"/>
            <a:chOff x="3300984" y="3463698"/>
            <a:chExt cx="3913632" cy="374904"/>
          </a:xfrm>
        </p:grpSpPr>
        <p:sp>
          <p:nvSpPr>
            <p:cNvPr id="71" name="Rounded Rectangle 70"/>
            <p:cNvSpPr/>
            <p:nvPr/>
          </p:nvSpPr>
          <p:spPr>
            <a:xfrm>
              <a:off x="3300984"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5" name="Gruppo 144">
              <a:extLst>
                <a:ext uri="{FF2B5EF4-FFF2-40B4-BE49-F238E27FC236}">
                  <a16:creationId xmlns:a16="http://schemas.microsoft.com/office/drawing/2014/main" id="{8E059B82-16DA-CA37-C8E9-5785BE989590}"/>
                </a:ext>
              </a:extLst>
            </p:cNvPr>
            <p:cNvGrpSpPr/>
            <p:nvPr/>
          </p:nvGrpSpPr>
          <p:grpSpPr>
            <a:xfrm>
              <a:off x="3392424" y="3513990"/>
              <a:ext cx="3721607" cy="274320"/>
              <a:chOff x="3392424" y="3513990"/>
              <a:chExt cx="3721607" cy="274320"/>
            </a:xfrm>
          </p:grpSpPr>
          <p:grpSp>
            <p:nvGrpSpPr>
              <p:cNvPr id="130" name="Gruppo 129">
                <a:extLst>
                  <a:ext uri="{FF2B5EF4-FFF2-40B4-BE49-F238E27FC236}">
                    <a16:creationId xmlns:a16="http://schemas.microsoft.com/office/drawing/2014/main" id="{35308D3E-528F-0C71-6375-556B73CCE27E}"/>
                  </a:ext>
                </a:extLst>
              </p:cNvPr>
              <p:cNvGrpSpPr/>
              <p:nvPr/>
            </p:nvGrpSpPr>
            <p:grpSpPr>
              <a:xfrm>
                <a:off x="3392424" y="3532278"/>
                <a:ext cx="1097280" cy="237744"/>
                <a:chOff x="3392424" y="3532279"/>
                <a:chExt cx="1097280" cy="237744"/>
              </a:xfrm>
            </p:grpSpPr>
            <p:sp>
              <p:nvSpPr>
                <p:cNvPr id="72" name="Rounded Rectangle 71"/>
                <p:cNvSpPr/>
                <p:nvPr/>
              </p:nvSpPr>
              <p:spPr>
                <a:xfrm>
                  <a:off x="3392424" y="3532279"/>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419857" y="3550567"/>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74" name="TextBox 73"/>
              <p:cNvSpPr txBox="1"/>
              <p:nvPr/>
            </p:nvSpPr>
            <p:spPr>
              <a:xfrm>
                <a:off x="4599431"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Test, controlli e soglie da impostare</a:t>
                </a:r>
              </a:p>
            </p:txBody>
          </p:sp>
        </p:grpSp>
      </p:grpSp>
      <p:grpSp>
        <p:nvGrpSpPr>
          <p:cNvPr id="169" name="Gruppo 168">
            <a:extLst>
              <a:ext uri="{FF2B5EF4-FFF2-40B4-BE49-F238E27FC236}">
                <a16:creationId xmlns:a16="http://schemas.microsoft.com/office/drawing/2014/main" id="{5C1A1F39-4F79-4C9A-ADAC-E21FC8FB342B}"/>
              </a:ext>
            </a:extLst>
          </p:cNvPr>
          <p:cNvGrpSpPr/>
          <p:nvPr/>
        </p:nvGrpSpPr>
        <p:grpSpPr>
          <a:xfrm>
            <a:off x="7379208" y="3463698"/>
            <a:ext cx="3913632" cy="374904"/>
            <a:chOff x="7379208" y="3463698"/>
            <a:chExt cx="3913632" cy="374904"/>
          </a:xfrm>
        </p:grpSpPr>
        <p:sp>
          <p:nvSpPr>
            <p:cNvPr id="75" name="Rounded Rectangle 74"/>
            <p:cNvSpPr/>
            <p:nvPr/>
          </p:nvSpPr>
          <p:spPr>
            <a:xfrm>
              <a:off x="7379208"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3" name="Gruppo 152">
              <a:extLst>
                <a:ext uri="{FF2B5EF4-FFF2-40B4-BE49-F238E27FC236}">
                  <a16:creationId xmlns:a16="http://schemas.microsoft.com/office/drawing/2014/main" id="{3C50E0B1-87D1-D08D-A33F-A49DC1912FA8}"/>
                </a:ext>
              </a:extLst>
            </p:cNvPr>
            <p:cNvGrpSpPr/>
            <p:nvPr/>
          </p:nvGrpSpPr>
          <p:grpSpPr>
            <a:xfrm>
              <a:off x="7470648" y="3513990"/>
              <a:ext cx="3721608" cy="274320"/>
              <a:chOff x="7470648" y="3513990"/>
              <a:chExt cx="3721608" cy="274320"/>
            </a:xfrm>
          </p:grpSpPr>
          <p:grpSp>
            <p:nvGrpSpPr>
              <p:cNvPr id="138" name="Gruppo 137">
                <a:extLst>
                  <a:ext uri="{FF2B5EF4-FFF2-40B4-BE49-F238E27FC236}">
                    <a16:creationId xmlns:a16="http://schemas.microsoft.com/office/drawing/2014/main" id="{D73F6635-95BB-EA25-07D0-B085607C0D99}"/>
                  </a:ext>
                </a:extLst>
              </p:cNvPr>
              <p:cNvGrpSpPr/>
              <p:nvPr/>
            </p:nvGrpSpPr>
            <p:grpSpPr>
              <a:xfrm>
                <a:off x="7470648" y="3532278"/>
                <a:ext cx="1097280" cy="237744"/>
                <a:chOff x="7470648" y="3532279"/>
                <a:chExt cx="1097280" cy="237744"/>
              </a:xfrm>
            </p:grpSpPr>
            <p:sp>
              <p:nvSpPr>
                <p:cNvPr id="76" name="Rounded Rectangle 75"/>
                <p:cNvSpPr/>
                <p:nvPr/>
              </p:nvSpPr>
              <p:spPr>
                <a:xfrm>
                  <a:off x="7470648" y="3532279"/>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498081" y="3550567"/>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78" name="TextBox 77"/>
              <p:cNvSpPr txBox="1"/>
              <p:nvPr/>
            </p:nvSpPr>
            <p:spPr>
              <a:xfrm>
                <a:off x="8677656"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Controlli </a:t>
                </a:r>
                <a:r>
                  <a:rPr lang="it-IT" sz="815" b="0" noProof="0" dirty="0" err="1">
                    <a:solidFill>
                      <a:srgbClr val="2C3740"/>
                    </a:solidFill>
                    <a:latin typeface="Poppins"/>
                  </a:rPr>
                  <a:t>Talend</a:t>
                </a:r>
                <a:r>
                  <a:rPr lang="it-IT" sz="815" b="0" noProof="0" dirty="0">
                    <a:solidFill>
                      <a:srgbClr val="2C3740"/>
                    </a:solidFill>
                    <a:latin typeface="Poppins"/>
                  </a:rPr>
                  <a:t> e soglie da impostare</a:t>
                </a:r>
              </a:p>
            </p:txBody>
          </p:sp>
        </p:grpSp>
      </p:grpSp>
      <p:grpSp>
        <p:nvGrpSpPr>
          <p:cNvPr id="178" name="Gruppo 177">
            <a:extLst>
              <a:ext uri="{FF2B5EF4-FFF2-40B4-BE49-F238E27FC236}">
                <a16:creationId xmlns:a16="http://schemas.microsoft.com/office/drawing/2014/main" id="{942DC41C-B354-AEC3-0E5F-6C2C127A7372}"/>
              </a:ext>
            </a:extLst>
          </p:cNvPr>
          <p:cNvGrpSpPr/>
          <p:nvPr/>
        </p:nvGrpSpPr>
        <p:grpSpPr>
          <a:xfrm>
            <a:off x="713232" y="3893467"/>
            <a:ext cx="2423160" cy="374904"/>
            <a:chOff x="713232" y="3893467"/>
            <a:chExt cx="2423160" cy="374904"/>
          </a:xfrm>
        </p:grpSpPr>
        <p:sp>
          <p:nvSpPr>
            <p:cNvPr id="79" name="Rounded Rectangle 78"/>
            <p:cNvSpPr/>
            <p:nvPr/>
          </p:nvSpPr>
          <p:spPr>
            <a:xfrm>
              <a:off x="713232" y="3893467"/>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04672" y="396204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04672" y="398033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6</a:t>
              </a:r>
            </a:p>
          </p:txBody>
        </p:sp>
        <p:sp>
          <p:nvSpPr>
            <p:cNvPr id="82" name="TextBox 81"/>
            <p:cNvSpPr txBox="1"/>
            <p:nvPr/>
          </p:nvSpPr>
          <p:spPr>
            <a:xfrm>
              <a:off x="1133856" y="3943759"/>
              <a:ext cx="1911095" cy="274320"/>
            </a:xfrm>
            <a:prstGeom prst="rect">
              <a:avLst/>
            </a:prstGeom>
            <a:noFill/>
          </p:spPr>
          <p:txBody>
            <a:bodyPr wrap="square" lIns="45720" tIns="9144" rIns="45720" bIns="9144" anchor="ctr">
              <a:spAutoFit/>
            </a:bodyPr>
            <a:lstStyle/>
            <a:p>
              <a:pPr algn="l">
                <a:spcAft>
                  <a:spcPts val="0"/>
                </a:spcAft>
              </a:pPr>
              <a:r>
                <a:rPr lang="it-IT" sz="869" b="1" noProof="0" dirty="0" err="1">
                  <a:solidFill>
                    <a:srgbClr val="2C3740"/>
                  </a:solidFill>
                  <a:latin typeface="Poppins"/>
                </a:rPr>
                <a:t>Actual</a:t>
              </a:r>
              <a:r>
                <a:rPr lang="it-IT" sz="869" b="1" noProof="0" dirty="0">
                  <a:solidFill>
                    <a:srgbClr val="2C3740"/>
                  </a:solidFill>
                  <a:latin typeface="Poppins"/>
                </a:rPr>
                <a:t>, Forecast e versioni</a:t>
              </a:r>
            </a:p>
          </p:txBody>
        </p:sp>
      </p:grpSp>
      <p:grpSp>
        <p:nvGrpSpPr>
          <p:cNvPr id="162" name="Gruppo 161">
            <a:extLst>
              <a:ext uri="{FF2B5EF4-FFF2-40B4-BE49-F238E27FC236}">
                <a16:creationId xmlns:a16="http://schemas.microsoft.com/office/drawing/2014/main" id="{30507E5F-E116-4248-A65B-6162BF7B986F}"/>
              </a:ext>
            </a:extLst>
          </p:cNvPr>
          <p:cNvGrpSpPr/>
          <p:nvPr/>
        </p:nvGrpSpPr>
        <p:grpSpPr>
          <a:xfrm>
            <a:off x="3300984" y="3893467"/>
            <a:ext cx="3913632" cy="374904"/>
            <a:chOff x="3300984" y="3893467"/>
            <a:chExt cx="3913632" cy="374904"/>
          </a:xfrm>
        </p:grpSpPr>
        <p:sp>
          <p:nvSpPr>
            <p:cNvPr id="83" name="Rounded Rectangle 82"/>
            <p:cNvSpPr/>
            <p:nvPr/>
          </p:nvSpPr>
          <p:spPr>
            <a:xfrm>
              <a:off x="3300984"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6" name="Gruppo 145">
              <a:extLst>
                <a:ext uri="{FF2B5EF4-FFF2-40B4-BE49-F238E27FC236}">
                  <a16:creationId xmlns:a16="http://schemas.microsoft.com/office/drawing/2014/main" id="{D2D958E6-68DD-FCA7-8FCF-B442F7416510}"/>
                </a:ext>
              </a:extLst>
            </p:cNvPr>
            <p:cNvGrpSpPr/>
            <p:nvPr/>
          </p:nvGrpSpPr>
          <p:grpSpPr>
            <a:xfrm>
              <a:off x="3392424" y="3943759"/>
              <a:ext cx="3721607" cy="274320"/>
              <a:chOff x="3392424" y="3943759"/>
              <a:chExt cx="3721607" cy="274320"/>
            </a:xfrm>
          </p:grpSpPr>
          <p:grpSp>
            <p:nvGrpSpPr>
              <p:cNvPr id="131" name="Gruppo 130">
                <a:extLst>
                  <a:ext uri="{FF2B5EF4-FFF2-40B4-BE49-F238E27FC236}">
                    <a16:creationId xmlns:a16="http://schemas.microsoft.com/office/drawing/2014/main" id="{92D22BF6-2536-26F2-DE7B-B500C354802F}"/>
                  </a:ext>
                </a:extLst>
              </p:cNvPr>
              <p:cNvGrpSpPr/>
              <p:nvPr/>
            </p:nvGrpSpPr>
            <p:grpSpPr>
              <a:xfrm>
                <a:off x="3392424" y="3962047"/>
                <a:ext cx="1097280" cy="237744"/>
                <a:chOff x="3392424" y="3962047"/>
                <a:chExt cx="1097280" cy="237744"/>
              </a:xfrm>
            </p:grpSpPr>
            <p:sp>
              <p:nvSpPr>
                <p:cNvPr id="84" name="Rounded Rectangle 83"/>
                <p:cNvSpPr/>
                <p:nvPr/>
              </p:nvSpPr>
              <p:spPr>
                <a:xfrm>
                  <a:off x="3392424" y="396204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419857" y="398033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86" name="TextBox 85"/>
              <p:cNvSpPr txBox="1"/>
              <p:nvPr/>
            </p:nvSpPr>
            <p:spPr>
              <a:xfrm>
                <a:off x="4599431"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separati per ciascun progetto</a:t>
                </a:r>
              </a:p>
            </p:txBody>
          </p:sp>
        </p:grpSp>
      </p:grpSp>
      <p:grpSp>
        <p:nvGrpSpPr>
          <p:cNvPr id="170" name="Gruppo 169">
            <a:extLst>
              <a:ext uri="{FF2B5EF4-FFF2-40B4-BE49-F238E27FC236}">
                <a16:creationId xmlns:a16="http://schemas.microsoft.com/office/drawing/2014/main" id="{864D3C54-24BD-DB47-8D4B-A4565CD809EA}"/>
              </a:ext>
            </a:extLst>
          </p:cNvPr>
          <p:cNvGrpSpPr/>
          <p:nvPr/>
        </p:nvGrpSpPr>
        <p:grpSpPr>
          <a:xfrm>
            <a:off x="7379208" y="3893467"/>
            <a:ext cx="3913632" cy="374904"/>
            <a:chOff x="7379208" y="3893467"/>
            <a:chExt cx="3913632" cy="374904"/>
          </a:xfrm>
        </p:grpSpPr>
        <p:sp>
          <p:nvSpPr>
            <p:cNvPr id="87" name="Rounded Rectangle 86"/>
            <p:cNvSpPr/>
            <p:nvPr/>
          </p:nvSpPr>
          <p:spPr>
            <a:xfrm>
              <a:off x="7379208"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4" name="Gruppo 153">
              <a:extLst>
                <a:ext uri="{FF2B5EF4-FFF2-40B4-BE49-F238E27FC236}">
                  <a16:creationId xmlns:a16="http://schemas.microsoft.com/office/drawing/2014/main" id="{8EB7AF3A-5B7B-698D-288D-E0B61AC1FF43}"/>
                </a:ext>
              </a:extLst>
            </p:cNvPr>
            <p:cNvGrpSpPr/>
            <p:nvPr/>
          </p:nvGrpSpPr>
          <p:grpSpPr>
            <a:xfrm>
              <a:off x="7470648" y="3943759"/>
              <a:ext cx="3721608" cy="274320"/>
              <a:chOff x="7470648" y="3943759"/>
              <a:chExt cx="3721608" cy="274320"/>
            </a:xfrm>
          </p:grpSpPr>
          <p:grpSp>
            <p:nvGrpSpPr>
              <p:cNvPr id="139" name="Gruppo 138">
                <a:extLst>
                  <a:ext uri="{FF2B5EF4-FFF2-40B4-BE49-F238E27FC236}">
                    <a16:creationId xmlns:a16="http://schemas.microsoft.com/office/drawing/2014/main" id="{ACC1F231-7629-AAC4-63B2-568AE42FD11A}"/>
                  </a:ext>
                </a:extLst>
              </p:cNvPr>
              <p:cNvGrpSpPr/>
              <p:nvPr/>
            </p:nvGrpSpPr>
            <p:grpSpPr>
              <a:xfrm>
                <a:off x="7470648" y="3962047"/>
                <a:ext cx="1097280" cy="237744"/>
                <a:chOff x="7470648" y="3962047"/>
                <a:chExt cx="1097280" cy="237744"/>
              </a:xfrm>
            </p:grpSpPr>
            <p:sp>
              <p:nvSpPr>
                <p:cNvPr id="88" name="Rounded Rectangle 87"/>
                <p:cNvSpPr/>
                <p:nvPr/>
              </p:nvSpPr>
              <p:spPr>
                <a:xfrm>
                  <a:off x="7470648" y="3962047"/>
                  <a:ext cx="1097280" cy="237744"/>
                </a:xfrm>
                <a:prstGeom prst="roundRect">
                  <a:avLst/>
                </a:prstGeom>
                <a:solidFill>
                  <a:srgbClr val="FDF7E9"/>
                </a:solidFill>
                <a:ln w="1016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498081" y="3980335"/>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DCA037"/>
                      </a:solidFill>
                      <a:latin typeface="Poppins"/>
                    </a:rPr>
                    <a:t>ESTENSIONE</a:t>
                  </a:r>
                </a:p>
              </p:txBody>
            </p:sp>
          </p:grpSp>
          <p:sp>
            <p:nvSpPr>
              <p:cNvPr id="90" name="TextBox 89"/>
              <p:cNvSpPr txBox="1"/>
              <p:nvPr/>
            </p:nvSpPr>
            <p:spPr>
              <a:xfrm>
                <a:off x="8677656"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separate per ciascun progetto</a:t>
                </a:r>
              </a:p>
            </p:txBody>
          </p:sp>
        </p:grpSp>
      </p:grpSp>
      <p:grpSp>
        <p:nvGrpSpPr>
          <p:cNvPr id="179" name="Gruppo 178">
            <a:extLst>
              <a:ext uri="{FF2B5EF4-FFF2-40B4-BE49-F238E27FC236}">
                <a16:creationId xmlns:a16="http://schemas.microsoft.com/office/drawing/2014/main" id="{80DFB8DB-7D64-4A91-E71E-89736EE97CF0}"/>
              </a:ext>
            </a:extLst>
          </p:cNvPr>
          <p:cNvGrpSpPr/>
          <p:nvPr/>
        </p:nvGrpSpPr>
        <p:grpSpPr>
          <a:xfrm>
            <a:off x="713232" y="4323235"/>
            <a:ext cx="2423160" cy="374904"/>
            <a:chOff x="713232" y="4323235"/>
            <a:chExt cx="2423160" cy="374904"/>
          </a:xfrm>
        </p:grpSpPr>
        <p:sp>
          <p:nvSpPr>
            <p:cNvPr id="91" name="Rounded Rectangle 90"/>
            <p:cNvSpPr/>
            <p:nvPr/>
          </p:nvSpPr>
          <p:spPr>
            <a:xfrm>
              <a:off x="713232" y="4323235"/>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04672" y="439181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04672" y="441010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7</a:t>
              </a:r>
            </a:p>
          </p:txBody>
        </p:sp>
        <p:sp>
          <p:nvSpPr>
            <p:cNvPr id="94" name="TextBox 93"/>
            <p:cNvSpPr txBox="1"/>
            <p:nvPr/>
          </p:nvSpPr>
          <p:spPr>
            <a:xfrm>
              <a:off x="1133856" y="437352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Reporting e distribuzione</a:t>
              </a:r>
            </a:p>
          </p:txBody>
        </p:sp>
      </p:grpSp>
      <p:grpSp>
        <p:nvGrpSpPr>
          <p:cNvPr id="163" name="Gruppo 162">
            <a:extLst>
              <a:ext uri="{FF2B5EF4-FFF2-40B4-BE49-F238E27FC236}">
                <a16:creationId xmlns:a16="http://schemas.microsoft.com/office/drawing/2014/main" id="{7062FA1F-7280-5321-CC1C-A4A7715317BD}"/>
              </a:ext>
            </a:extLst>
          </p:cNvPr>
          <p:cNvGrpSpPr/>
          <p:nvPr/>
        </p:nvGrpSpPr>
        <p:grpSpPr>
          <a:xfrm>
            <a:off x="3300984" y="4323235"/>
            <a:ext cx="3913632" cy="374904"/>
            <a:chOff x="3300984" y="4323235"/>
            <a:chExt cx="3913632" cy="374904"/>
          </a:xfrm>
        </p:grpSpPr>
        <p:sp>
          <p:nvSpPr>
            <p:cNvPr id="95" name="Rounded Rectangle 94"/>
            <p:cNvSpPr/>
            <p:nvPr/>
          </p:nvSpPr>
          <p:spPr>
            <a:xfrm>
              <a:off x="3300984"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7" name="Gruppo 146">
              <a:extLst>
                <a:ext uri="{FF2B5EF4-FFF2-40B4-BE49-F238E27FC236}">
                  <a16:creationId xmlns:a16="http://schemas.microsoft.com/office/drawing/2014/main" id="{8E963621-8EEE-B565-501D-992B9B7ADD38}"/>
                </a:ext>
              </a:extLst>
            </p:cNvPr>
            <p:cNvGrpSpPr/>
            <p:nvPr/>
          </p:nvGrpSpPr>
          <p:grpSpPr>
            <a:xfrm>
              <a:off x="3392424" y="4373527"/>
              <a:ext cx="3721607" cy="274320"/>
              <a:chOff x="3392424" y="4373527"/>
              <a:chExt cx="3721607" cy="274320"/>
            </a:xfrm>
          </p:grpSpPr>
          <p:grpSp>
            <p:nvGrpSpPr>
              <p:cNvPr id="132" name="Gruppo 131">
                <a:extLst>
                  <a:ext uri="{FF2B5EF4-FFF2-40B4-BE49-F238E27FC236}">
                    <a16:creationId xmlns:a16="http://schemas.microsoft.com/office/drawing/2014/main" id="{EA1C4384-D3FF-1F56-9694-9FD90C7D3751}"/>
                  </a:ext>
                </a:extLst>
              </p:cNvPr>
              <p:cNvGrpSpPr/>
              <p:nvPr/>
            </p:nvGrpSpPr>
            <p:grpSpPr>
              <a:xfrm>
                <a:off x="3392424" y="4391815"/>
                <a:ext cx="1097280" cy="237744"/>
                <a:chOff x="3392424" y="4391815"/>
                <a:chExt cx="1097280" cy="237744"/>
              </a:xfrm>
            </p:grpSpPr>
            <p:sp>
              <p:nvSpPr>
                <p:cNvPr id="96" name="Rounded Rectangle 95"/>
                <p:cNvSpPr/>
                <p:nvPr/>
              </p:nvSpPr>
              <p:spPr>
                <a:xfrm>
                  <a:off x="3392424" y="439181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3419857" y="441010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98" name="TextBox 97"/>
              <p:cNvSpPr txBox="1"/>
              <p:nvPr/>
            </p:nvSpPr>
            <p:spPr>
              <a:xfrm>
                <a:off x="4599431"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Metabase</a:t>
                </a:r>
                <a:r>
                  <a:rPr lang="it-IT" sz="815" b="0" noProof="0" dirty="0">
                    <a:solidFill>
                      <a:srgbClr val="2C3740"/>
                    </a:solidFill>
                    <a:latin typeface="Poppins"/>
                  </a:rPr>
                  <a:t> sui dati già controllati</a:t>
                </a:r>
              </a:p>
            </p:txBody>
          </p:sp>
        </p:grpSp>
      </p:grpSp>
      <p:grpSp>
        <p:nvGrpSpPr>
          <p:cNvPr id="171" name="Gruppo 170">
            <a:extLst>
              <a:ext uri="{FF2B5EF4-FFF2-40B4-BE49-F238E27FC236}">
                <a16:creationId xmlns:a16="http://schemas.microsoft.com/office/drawing/2014/main" id="{2258E6ED-3051-7405-87F4-A89E0BF28844}"/>
              </a:ext>
            </a:extLst>
          </p:cNvPr>
          <p:cNvGrpSpPr/>
          <p:nvPr/>
        </p:nvGrpSpPr>
        <p:grpSpPr>
          <a:xfrm>
            <a:off x="7379208" y="4323235"/>
            <a:ext cx="3913632" cy="374904"/>
            <a:chOff x="7379208" y="4323235"/>
            <a:chExt cx="3913632" cy="374904"/>
          </a:xfrm>
        </p:grpSpPr>
        <p:sp>
          <p:nvSpPr>
            <p:cNvPr id="99" name="Rounded Rectangle 98"/>
            <p:cNvSpPr/>
            <p:nvPr/>
          </p:nvSpPr>
          <p:spPr>
            <a:xfrm>
              <a:off x="7379208"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5" name="Gruppo 154">
              <a:extLst>
                <a:ext uri="{FF2B5EF4-FFF2-40B4-BE49-F238E27FC236}">
                  <a16:creationId xmlns:a16="http://schemas.microsoft.com/office/drawing/2014/main" id="{8F20BE93-EEB8-D3CC-907E-7B780091AB49}"/>
                </a:ext>
              </a:extLst>
            </p:cNvPr>
            <p:cNvGrpSpPr/>
            <p:nvPr/>
          </p:nvGrpSpPr>
          <p:grpSpPr>
            <a:xfrm>
              <a:off x="7470648" y="4373527"/>
              <a:ext cx="3721608" cy="274320"/>
              <a:chOff x="7470648" y="4373527"/>
              <a:chExt cx="3721608" cy="274320"/>
            </a:xfrm>
          </p:grpSpPr>
          <p:grpSp>
            <p:nvGrpSpPr>
              <p:cNvPr id="140" name="Gruppo 139">
                <a:extLst>
                  <a:ext uri="{FF2B5EF4-FFF2-40B4-BE49-F238E27FC236}">
                    <a16:creationId xmlns:a16="http://schemas.microsoft.com/office/drawing/2014/main" id="{4C14FED4-F780-FA6D-69B1-391FA6D7AB40}"/>
                  </a:ext>
                </a:extLst>
              </p:cNvPr>
              <p:cNvGrpSpPr/>
              <p:nvPr/>
            </p:nvGrpSpPr>
            <p:grpSpPr>
              <a:xfrm>
                <a:off x="7470648" y="4391815"/>
                <a:ext cx="1097280" cy="237744"/>
                <a:chOff x="7470648" y="4391815"/>
                <a:chExt cx="1097280" cy="237744"/>
              </a:xfrm>
            </p:grpSpPr>
            <p:sp>
              <p:nvSpPr>
                <p:cNvPr id="100" name="Rounded Rectangle 99"/>
                <p:cNvSpPr/>
                <p:nvPr/>
              </p:nvSpPr>
              <p:spPr>
                <a:xfrm>
                  <a:off x="7470648" y="4391815"/>
                  <a:ext cx="1097280" cy="237744"/>
                </a:xfrm>
                <a:prstGeom prst="roundRect">
                  <a:avLst/>
                </a:prstGeom>
                <a:solidFill>
                  <a:srgbClr val="EAF8F0"/>
                </a:solidFill>
                <a:ln w="1016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498081" y="4410103"/>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grpSp>
          <p:sp>
            <p:nvSpPr>
              <p:cNvPr id="102" name="TextBox 101"/>
              <p:cNvSpPr txBox="1"/>
              <p:nvPr/>
            </p:nvSpPr>
            <p:spPr>
              <a:xfrm>
                <a:off x="8677656"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Qlik</a:t>
                </a:r>
                <a:r>
                  <a:rPr lang="it-IT" sz="815" b="0" noProof="0" dirty="0">
                    <a:solidFill>
                      <a:srgbClr val="2C3740"/>
                    </a:solidFill>
                    <a:latin typeface="Poppins"/>
                  </a:rPr>
                  <a:t> Cloud Analytics</a:t>
                </a:r>
              </a:p>
            </p:txBody>
          </p:sp>
        </p:grpSp>
      </p:grpSp>
      <p:grpSp>
        <p:nvGrpSpPr>
          <p:cNvPr id="180" name="Gruppo 179">
            <a:extLst>
              <a:ext uri="{FF2B5EF4-FFF2-40B4-BE49-F238E27FC236}">
                <a16:creationId xmlns:a16="http://schemas.microsoft.com/office/drawing/2014/main" id="{BEBF01E4-E325-A479-22F6-72F2E12ED287}"/>
              </a:ext>
            </a:extLst>
          </p:cNvPr>
          <p:cNvGrpSpPr/>
          <p:nvPr/>
        </p:nvGrpSpPr>
        <p:grpSpPr>
          <a:xfrm>
            <a:off x="713232" y="4753003"/>
            <a:ext cx="2423160" cy="374904"/>
            <a:chOff x="713232" y="4753003"/>
            <a:chExt cx="2423160" cy="374904"/>
          </a:xfrm>
        </p:grpSpPr>
        <p:sp>
          <p:nvSpPr>
            <p:cNvPr id="103" name="Rounded Rectangle 102"/>
            <p:cNvSpPr/>
            <p:nvPr/>
          </p:nvSpPr>
          <p:spPr>
            <a:xfrm>
              <a:off x="713232" y="4753003"/>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804672" y="482158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04672" y="483987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8</a:t>
              </a:r>
            </a:p>
          </p:txBody>
        </p:sp>
        <p:sp>
          <p:nvSpPr>
            <p:cNvPr id="106" name="TextBox 105"/>
            <p:cNvSpPr txBox="1"/>
            <p:nvPr/>
          </p:nvSpPr>
          <p:spPr>
            <a:xfrm>
              <a:off x="1133856" y="480329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Monitoraggio, audit e </a:t>
              </a:r>
              <a:r>
                <a:rPr lang="it-IT" sz="869" b="1" noProof="0" dirty="0" err="1">
                  <a:solidFill>
                    <a:srgbClr val="2C3740"/>
                  </a:solidFill>
                  <a:latin typeface="Poppins"/>
                </a:rPr>
                <a:t>lineage</a:t>
              </a:r>
              <a:endParaRPr lang="it-IT" sz="869" b="1" noProof="0" dirty="0">
                <a:solidFill>
                  <a:srgbClr val="2C3740"/>
                </a:solidFill>
                <a:latin typeface="Poppins"/>
              </a:endParaRPr>
            </a:p>
          </p:txBody>
        </p:sp>
      </p:grpSp>
      <p:grpSp>
        <p:nvGrpSpPr>
          <p:cNvPr id="164" name="Gruppo 163">
            <a:extLst>
              <a:ext uri="{FF2B5EF4-FFF2-40B4-BE49-F238E27FC236}">
                <a16:creationId xmlns:a16="http://schemas.microsoft.com/office/drawing/2014/main" id="{143F5F92-7C90-75A6-1414-08FF07BA2141}"/>
              </a:ext>
            </a:extLst>
          </p:cNvPr>
          <p:cNvGrpSpPr/>
          <p:nvPr/>
        </p:nvGrpSpPr>
        <p:grpSpPr>
          <a:xfrm>
            <a:off x="3300984" y="4753003"/>
            <a:ext cx="3913632" cy="374904"/>
            <a:chOff x="3300984" y="4753003"/>
            <a:chExt cx="3913632" cy="374904"/>
          </a:xfrm>
        </p:grpSpPr>
        <p:sp>
          <p:nvSpPr>
            <p:cNvPr id="107" name="Rounded Rectangle 106"/>
            <p:cNvSpPr/>
            <p:nvPr/>
          </p:nvSpPr>
          <p:spPr>
            <a:xfrm>
              <a:off x="3300984"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8" name="Gruppo 147">
              <a:extLst>
                <a:ext uri="{FF2B5EF4-FFF2-40B4-BE49-F238E27FC236}">
                  <a16:creationId xmlns:a16="http://schemas.microsoft.com/office/drawing/2014/main" id="{33374162-0A8F-7A39-536B-571F6AC8F9BF}"/>
                </a:ext>
              </a:extLst>
            </p:cNvPr>
            <p:cNvGrpSpPr/>
            <p:nvPr/>
          </p:nvGrpSpPr>
          <p:grpSpPr>
            <a:xfrm>
              <a:off x="3392424" y="4803295"/>
              <a:ext cx="3721607" cy="274320"/>
              <a:chOff x="3392424" y="4803295"/>
              <a:chExt cx="3721607" cy="274320"/>
            </a:xfrm>
          </p:grpSpPr>
          <p:grpSp>
            <p:nvGrpSpPr>
              <p:cNvPr id="133" name="Gruppo 132">
                <a:extLst>
                  <a:ext uri="{FF2B5EF4-FFF2-40B4-BE49-F238E27FC236}">
                    <a16:creationId xmlns:a16="http://schemas.microsoft.com/office/drawing/2014/main" id="{26278901-C41C-D9F0-B407-FEF44621164D}"/>
                  </a:ext>
                </a:extLst>
              </p:cNvPr>
              <p:cNvGrpSpPr/>
              <p:nvPr/>
            </p:nvGrpSpPr>
            <p:grpSpPr>
              <a:xfrm>
                <a:off x="3392424" y="4821583"/>
                <a:ext cx="1097280" cy="237744"/>
                <a:chOff x="3392424" y="4821583"/>
                <a:chExt cx="1097280" cy="237744"/>
              </a:xfrm>
            </p:grpSpPr>
            <p:sp>
              <p:nvSpPr>
                <p:cNvPr id="108" name="Rounded Rectangle 107"/>
                <p:cNvSpPr/>
                <p:nvPr/>
              </p:nvSpPr>
              <p:spPr>
                <a:xfrm>
                  <a:off x="3392424" y="4821583"/>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419857" y="483987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110" name="TextBox 109"/>
              <p:cNvSpPr txBox="1"/>
              <p:nvPr/>
            </p:nvSpPr>
            <p:spPr>
              <a:xfrm>
                <a:off x="4599431"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Log, catalogo e prove delle esecuzioni</a:t>
                </a:r>
              </a:p>
            </p:txBody>
          </p:sp>
        </p:grpSp>
      </p:grpSp>
      <p:grpSp>
        <p:nvGrpSpPr>
          <p:cNvPr id="172" name="Gruppo 171">
            <a:extLst>
              <a:ext uri="{FF2B5EF4-FFF2-40B4-BE49-F238E27FC236}">
                <a16:creationId xmlns:a16="http://schemas.microsoft.com/office/drawing/2014/main" id="{356183B7-0B84-2980-0809-5D0AAA562FF4}"/>
              </a:ext>
            </a:extLst>
          </p:cNvPr>
          <p:cNvGrpSpPr/>
          <p:nvPr/>
        </p:nvGrpSpPr>
        <p:grpSpPr>
          <a:xfrm>
            <a:off x="7379208" y="4753003"/>
            <a:ext cx="3913632" cy="374904"/>
            <a:chOff x="7379208" y="4753003"/>
            <a:chExt cx="3913632" cy="374904"/>
          </a:xfrm>
        </p:grpSpPr>
        <p:sp>
          <p:nvSpPr>
            <p:cNvPr id="111" name="Rounded Rectangle 110"/>
            <p:cNvSpPr/>
            <p:nvPr/>
          </p:nvSpPr>
          <p:spPr>
            <a:xfrm>
              <a:off x="7379208"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6" name="Gruppo 155">
              <a:extLst>
                <a:ext uri="{FF2B5EF4-FFF2-40B4-BE49-F238E27FC236}">
                  <a16:creationId xmlns:a16="http://schemas.microsoft.com/office/drawing/2014/main" id="{C9B47AF9-2A3C-8F97-06B4-A4A2A1261054}"/>
                </a:ext>
              </a:extLst>
            </p:cNvPr>
            <p:cNvGrpSpPr/>
            <p:nvPr/>
          </p:nvGrpSpPr>
          <p:grpSpPr>
            <a:xfrm>
              <a:off x="7470648" y="4803295"/>
              <a:ext cx="3721608" cy="274320"/>
              <a:chOff x="7470648" y="4803295"/>
              <a:chExt cx="3721608" cy="274320"/>
            </a:xfrm>
          </p:grpSpPr>
          <p:grpSp>
            <p:nvGrpSpPr>
              <p:cNvPr id="141" name="Gruppo 140">
                <a:extLst>
                  <a:ext uri="{FF2B5EF4-FFF2-40B4-BE49-F238E27FC236}">
                    <a16:creationId xmlns:a16="http://schemas.microsoft.com/office/drawing/2014/main" id="{7787FB04-8773-6CCA-63B1-2BEA572E7A6F}"/>
                  </a:ext>
                </a:extLst>
              </p:cNvPr>
              <p:cNvGrpSpPr/>
              <p:nvPr/>
            </p:nvGrpSpPr>
            <p:grpSpPr>
              <a:xfrm>
                <a:off x="7470648" y="4821583"/>
                <a:ext cx="1097280" cy="237744"/>
                <a:chOff x="7470648" y="4821583"/>
                <a:chExt cx="1097280" cy="237744"/>
              </a:xfrm>
            </p:grpSpPr>
            <p:sp>
              <p:nvSpPr>
                <p:cNvPr id="112" name="Rounded Rectangle 111"/>
                <p:cNvSpPr/>
                <p:nvPr/>
              </p:nvSpPr>
              <p:spPr>
                <a:xfrm>
                  <a:off x="7470648" y="4821583"/>
                  <a:ext cx="1097280" cy="23774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498081" y="4839871"/>
                  <a:ext cx="1042415" cy="201168"/>
                </a:xfrm>
                <a:prstGeom prst="rect">
                  <a:avLst/>
                </a:prstGeom>
                <a:noFill/>
              </p:spPr>
              <p:txBody>
                <a:bodyPr wrap="square" lIns="45720" tIns="9144" rIns="45720" bIns="9144" anchor="ctr">
                  <a:spAutoFit/>
                </a:bodyPr>
                <a:lstStyle/>
                <a:p>
                  <a:pPr algn="ctr">
                    <a:spcAft>
                      <a:spcPts val="0"/>
                    </a:spcAft>
                  </a:pPr>
                  <a:r>
                    <a:rPr lang="it-IT" sz="680" b="1" noProof="0" dirty="0">
                      <a:solidFill>
                        <a:srgbClr val="2299D3"/>
                      </a:solidFill>
                      <a:latin typeface="Poppins"/>
                    </a:rPr>
                    <a:t>CONFIGURAZIONE*</a:t>
                  </a:r>
                </a:p>
              </p:txBody>
            </p:sp>
          </p:grpSp>
          <p:sp>
            <p:nvSpPr>
              <p:cNvPr id="114" name="TextBox 113"/>
              <p:cNvSpPr txBox="1"/>
              <p:nvPr/>
            </p:nvSpPr>
            <p:spPr>
              <a:xfrm>
                <a:off x="8677656"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Dipende dall'edizione e dalle parti personalizzate</a:t>
                </a:r>
              </a:p>
            </p:txBody>
          </p:sp>
        </p:grpSp>
      </p:grpSp>
      <p:grpSp>
        <p:nvGrpSpPr>
          <p:cNvPr id="2" name="Gruppo 1">
            <a:extLst>
              <a:ext uri="{FF2B5EF4-FFF2-40B4-BE49-F238E27FC236}">
                <a16:creationId xmlns:a16="http://schemas.microsoft.com/office/drawing/2014/main" id="{9159BEB7-423A-1293-A5A0-D1B41D82E9A1}"/>
              </a:ext>
            </a:extLst>
          </p:cNvPr>
          <p:cNvGrpSpPr/>
          <p:nvPr/>
        </p:nvGrpSpPr>
        <p:grpSpPr>
          <a:xfrm>
            <a:off x="3300984" y="5182771"/>
            <a:ext cx="3913632" cy="523946"/>
            <a:chOff x="713232" y="5530243"/>
            <a:chExt cx="5166360" cy="420624"/>
          </a:xfrm>
        </p:grpSpPr>
        <p:sp>
          <p:nvSpPr>
            <p:cNvPr id="122" name="Rounded Rectangle 121"/>
            <p:cNvSpPr/>
            <p:nvPr/>
          </p:nvSpPr>
          <p:spPr>
            <a:xfrm>
              <a:off x="713232" y="5530243"/>
              <a:ext cx="5166360" cy="420624"/>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905256" y="5598823"/>
              <a:ext cx="4791456" cy="28346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modularità e sostituibilità; </a:t>
              </a:r>
              <a:br>
                <a:rPr lang="it-IT" sz="840" b="1" noProof="0" dirty="0">
                  <a:solidFill>
                    <a:srgbClr val="2C3740"/>
                  </a:solidFill>
                  <a:latin typeface="Poppins"/>
                </a:rPr>
              </a:br>
              <a:r>
                <a:rPr lang="it-IT" sz="840" b="1" noProof="0" dirty="0">
                  <a:solidFill>
                    <a:srgbClr val="2C3740"/>
                  </a:solidFill>
                  <a:latin typeface="Poppins"/>
                </a:rPr>
                <a:t>maggiore onere di integrazione e gestione.</a:t>
              </a:r>
            </a:p>
          </p:txBody>
        </p:sp>
      </p:grpSp>
      <p:grpSp>
        <p:nvGrpSpPr>
          <p:cNvPr id="3" name="Gruppo 2">
            <a:extLst>
              <a:ext uri="{FF2B5EF4-FFF2-40B4-BE49-F238E27FC236}">
                <a16:creationId xmlns:a16="http://schemas.microsoft.com/office/drawing/2014/main" id="{188C3F60-2C6F-2DB1-DBC4-56BC6AB50ADB}"/>
              </a:ext>
            </a:extLst>
          </p:cNvPr>
          <p:cNvGrpSpPr/>
          <p:nvPr/>
        </p:nvGrpSpPr>
        <p:grpSpPr>
          <a:xfrm>
            <a:off x="7379208" y="5182771"/>
            <a:ext cx="3913632" cy="523946"/>
            <a:chOff x="6126480" y="5530243"/>
            <a:chExt cx="5166360" cy="420624"/>
          </a:xfrm>
        </p:grpSpPr>
        <p:sp>
          <p:nvSpPr>
            <p:cNvPr id="124" name="Rounded Rectangle 123"/>
            <p:cNvSpPr/>
            <p:nvPr/>
          </p:nvSpPr>
          <p:spPr>
            <a:xfrm>
              <a:off x="6126480" y="5530243"/>
              <a:ext cx="5166360" cy="420624"/>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318504" y="5598823"/>
              <a:ext cx="4791456" cy="28346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integrazione e rapidità potenziale; </a:t>
              </a:r>
              <a:br>
                <a:rPr lang="it-IT" sz="840" b="1" noProof="0" dirty="0">
                  <a:solidFill>
                    <a:srgbClr val="2C3740"/>
                  </a:solidFill>
                  <a:latin typeface="Poppins"/>
                </a:rPr>
              </a:br>
              <a:r>
                <a:rPr lang="it-IT" sz="840" b="1" noProof="0" dirty="0">
                  <a:solidFill>
                    <a:srgbClr val="2C3740"/>
                  </a:solidFill>
                  <a:latin typeface="Poppins"/>
                </a:rPr>
                <a:t>maggiore lock-in</a:t>
              </a:r>
            </a:p>
          </p:txBody>
        </p:sp>
      </p:grpSp>
      <p:sp>
        <p:nvSpPr>
          <p:cNvPr id="181" name="Rectangle 180"/>
          <p:cNvSpPr/>
          <p:nvPr/>
        </p:nvSpPr>
        <p:spPr>
          <a:xfrm>
            <a:off x="694944" y="5843016"/>
            <a:ext cx="10497312" cy="7315"/>
          </a:xfrm>
          <a:prstGeom prst="rect">
            <a:avLst/>
          </a:prstGeom>
          <a:solidFill>
            <a:srgbClr val="DA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694944" y="5888736"/>
            <a:ext cx="713232" cy="164592"/>
          </a:xfrm>
          <a:prstGeom prst="rect">
            <a:avLst/>
          </a:prstGeom>
          <a:noFill/>
        </p:spPr>
        <p:txBody>
          <a:bodyPr wrap="square" lIns="0" rIns="0" tIns="0" bIns="0" anchor="t">
            <a:spAutoFit/>
          </a:bodyPr>
          <a:lstStyle/>
          <a:p>
            <a:pPr algn="l">
              <a:spcAft>
                <a:spcPts val="0"/>
              </a:spcAft>
            </a:pPr>
            <a:r>
              <a:rPr sz="760" b="1">
                <a:solidFill>
                  <a:srgbClr val="64717A"/>
                </a:solidFill>
                <a:latin typeface="Poppins"/>
              </a:rPr>
              <a:t>LEGENDA</a:t>
            </a:r>
          </a:p>
        </p:txBody>
      </p:sp>
      <p:sp>
        <p:nvSpPr>
          <p:cNvPr id="183" name="TextBox 182"/>
          <p:cNvSpPr txBox="1"/>
          <p:nvPr/>
        </p:nvSpPr>
        <p:spPr>
          <a:xfrm>
            <a:off x="7790688" y="5705856"/>
            <a:ext cx="3401568" cy="146304"/>
          </a:xfrm>
          <a:prstGeom prst="rect">
            <a:avLst/>
          </a:prstGeom>
          <a:noFill/>
        </p:spPr>
        <p:txBody>
          <a:bodyPr wrap="square" lIns="0" rIns="0" tIns="0" bIns="0" anchor="t">
            <a:spAutoFit/>
          </a:bodyPr>
          <a:lstStyle/>
          <a:p>
            <a:pPr algn="r">
              <a:spcAft>
                <a:spcPts val="0"/>
              </a:spcAft>
            </a:pPr>
            <a:r>
              <a:rPr sz="630" b="1">
                <a:solidFill>
                  <a:srgbClr val="DCA037"/>
                </a:solidFill>
                <a:latin typeface="Poppins"/>
              </a:rPr>
              <a:t>* capacità da verificare: edizione, licenza o componente da confermare</a:t>
            </a:r>
          </a:p>
        </p:txBody>
      </p:sp>
      <p:sp>
        <p:nvSpPr>
          <p:cNvPr id="184" name="Oval 183"/>
          <p:cNvSpPr/>
          <p:nvPr/>
        </p:nvSpPr>
        <p:spPr>
          <a:xfrm>
            <a:off x="1481328" y="5934456"/>
            <a:ext cx="100584" cy="100584"/>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636776" y="5879592"/>
            <a:ext cx="2157984" cy="164592"/>
          </a:xfrm>
          <a:prstGeom prst="rect">
            <a:avLst/>
          </a:prstGeom>
          <a:noFill/>
        </p:spPr>
        <p:txBody>
          <a:bodyPr wrap="square" lIns="0" rIns="0" tIns="0" bIns="0" anchor="t">
            <a:spAutoFit/>
          </a:bodyPr>
          <a:lstStyle/>
          <a:p>
            <a:pPr algn="l">
              <a:spcAft>
                <a:spcPts val="0"/>
              </a:spcAft>
            </a:pPr>
            <a:r>
              <a:rPr sz="730" b="1">
                <a:solidFill>
                  <a:srgbClr val="33AF74"/>
                </a:solidFill>
                <a:latin typeface="Poppins"/>
              </a:rPr>
              <a:t>DIRETTA</a:t>
            </a:r>
          </a:p>
        </p:txBody>
      </p:sp>
      <p:sp>
        <p:nvSpPr>
          <p:cNvPr id="186" name="TextBox 185"/>
          <p:cNvSpPr txBox="1"/>
          <p:nvPr/>
        </p:nvSpPr>
        <p:spPr>
          <a:xfrm>
            <a:off x="1636776"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Funzione disponibile con i componenti previsti</a:t>
            </a:r>
          </a:p>
        </p:txBody>
      </p:sp>
      <p:sp>
        <p:nvSpPr>
          <p:cNvPr id="187" name="Rectangle 186"/>
          <p:cNvSpPr/>
          <p:nvPr/>
        </p:nvSpPr>
        <p:spPr>
          <a:xfrm>
            <a:off x="3803904" y="5907024"/>
            <a:ext cx="5486" cy="448056"/>
          </a:xfrm>
          <a:prstGeom prst="rect">
            <a:avLst/>
          </a:prstGeom>
          <a:solidFill>
            <a:srgbClr val="E2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3895344" y="5934456"/>
            <a:ext cx="100584" cy="100584"/>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4050791" y="5879592"/>
            <a:ext cx="2157984" cy="164592"/>
          </a:xfrm>
          <a:prstGeom prst="rect">
            <a:avLst/>
          </a:prstGeom>
          <a:noFill/>
        </p:spPr>
        <p:txBody>
          <a:bodyPr wrap="square" lIns="0" rIns="0" tIns="0" bIns="0" anchor="t">
            <a:spAutoFit/>
          </a:bodyPr>
          <a:lstStyle/>
          <a:p>
            <a:pPr algn="l">
              <a:spcAft>
                <a:spcPts val="0"/>
              </a:spcAft>
            </a:pPr>
            <a:r>
              <a:rPr sz="730" b="1">
                <a:solidFill>
                  <a:srgbClr val="2299D3"/>
                </a:solidFill>
                <a:latin typeface="Poppins"/>
              </a:rPr>
              <a:t>CONFIGURAZIONE</a:t>
            </a:r>
          </a:p>
        </p:txBody>
      </p:sp>
      <p:sp>
        <p:nvSpPr>
          <p:cNvPr id="190" name="TextBox 189"/>
          <p:cNvSpPr txBox="1"/>
          <p:nvPr/>
        </p:nvSpPr>
        <p:spPr>
          <a:xfrm>
            <a:off x="4050791"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Richiede parametri, regole o impostazioni</a:t>
            </a:r>
          </a:p>
        </p:txBody>
      </p:sp>
      <p:sp>
        <p:nvSpPr>
          <p:cNvPr id="191" name="Rectangle 190"/>
          <p:cNvSpPr/>
          <p:nvPr/>
        </p:nvSpPr>
        <p:spPr>
          <a:xfrm>
            <a:off x="6217920" y="5907024"/>
            <a:ext cx="5486" cy="448056"/>
          </a:xfrm>
          <a:prstGeom prst="rect">
            <a:avLst/>
          </a:prstGeom>
          <a:solidFill>
            <a:srgbClr val="E2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6309360" y="5934456"/>
            <a:ext cx="100584" cy="100584"/>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464808" y="5879592"/>
            <a:ext cx="2157984" cy="164592"/>
          </a:xfrm>
          <a:prstGeom prst="rect">
            <a:avLst/>
          </a:prstGeom>
          <a:noFill/>
        </p:spPr>
        <p:txBody>
          <a:bodyPr wrap="square" lIns="0" rIns="0" tIns="0" bIns="0" anchor="t">
            <a:spAutoFit/>
          </a:bodyPr>
          <a:lstStyle/>
          <a:p>
            <a:pPr algn="l">
              <a:spcAft>
                <a:spcPts val="0"/>
              </a:spcAft>
            </a:pPr>
            <a:r>
              <a:rPr sz="730" b="1">
                <a:solidFill>
                  <a:srgbClr val="DCA037"/>
                </a:solidFill>
                <a:latin typeface="Poppins"/>
              </a:rPr>
              <a:t>ESTENSIONE</a:t>
            </a:r>
          </a:p>
        </p:txBody>
      </p:sp>
      <p:sp>
        <p:nvSpPr>
          <p:cNvPr id="194" name="TextBox 193"/>
          <p:cNvSpPr txBox="1"/>
          <p:nvPr/>
        </p:nvSpPr>
        <p:spPr>
          <a:xfrm>
            <a:off x="6464808"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Richiede sviluppo, connettori o integrazioni aggiuntive</a:t>
            </a:r>
          </a:p>
        </p:txBody>
      </p:sp>
      <p:sp>
        <p:nvSpPr>
          <p:cNvPr id="195" name="Rectangle 194"/>
          <p:cNvSpPr/>
          <p:nvPr/>
        </p:nvSpPr>
        <p:spPr>
          <a:xfrm>
            <a:off x="8631936" y="5907024"/>
            <a:ext cx="5486" cy="448056"/>
          </a:xfrm>
          <a:prstGeom prst="rect">
            <a:avLst/>
          </a:prstGeom>
          <a:solidFill>
            <a:srgbClr val="E2E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8723376" y="5934456"/>
            <a:ext cx="100584" cy="100584"/>
          </a:xfrm>
          <a:prstGeom prst="ellipse">
            <a:avLst/>
          </a:prstGeom>
          <a:solidFill>
            <a:srgbClr val="808C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878824" y="5879592"/>
            <a:ext cx="2157984" cy="164592"/>
          </a:xfrm>
          <a:prstGeom prst="rect">
            <a:avLst/>
          </a:prstGeom>
          <a:noFill/>
        </p:spPr>
        <p:txBody>
          <a:bodyPr wrap="square" lIns="0" rIns="0" tIns="0" bIns="0" anchor="t">
            <a:spAutoFit/>
          </a:bodyPr>
          <a:lstStyle/>
          <a:p>
            <a:pPr algn="l">
              <a:spcAft>
                <a:spcPts val="0"/>
              </a:spcAft>
            </a:pPr>
            <a:r>
              <a:rPr sz="730" b="1">
                <a:solidFill>
                  <a:srgbClr val="808C94"/>
                </a:solidFill>
                <a:latin typeface="Poppins"/>
              </a:rPr>
              <a:t>NON COPERTO</a:t>
            </a:r>
          </a:p>
        </p:txBody>
      </p:sp>
      <p:sp>
        <p:nvSpPr>
          <p:cNvPr id="198" name="TextBox 197"/>
          <p:cNvSpPr txBox="1"/>
          <p:nvPr/>
        </p:nvSpPr>
        <p:spPr>
          <a:xfrm>
            <a:off x="8878824" y="6044184"/>
            <a:ext cx="2130552" cy="310896"/>
          </a:xfrm>
          <a:prstGeom prst="rect">
            <a:avLst/>
          </a:prstGeom>
          <a:noFill/>
        </p:spPr>
        <p:txBody>
          <a:bodyPr wrap="square" lIns="0" rIns="0" tIns="0" bIns="0" anchor="t">
            <a:spAutoFit/>
          </a:bodyPr>
          <a:lstStyle/>
          <a:p>
            <a:pPr algn="l">
              <a:spcAft>
                <a:spcPts val="0"/>
              </a:spcAft>
            </a:pPr>
            <a:r>
              <a:rPr sz="670" b="0">
                <a:solidFill>
                  <a:srgbClr val="64717A"/>
                </a:solidFill>
                <a:latin typeface="Poppins"/>
              </a:rPr>
              <a:t>Funzione esterna al perimetro della soluzione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customXml/itemProps2.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C16DCC2-FB77-4585-AA18-8EC74148A5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2941</TotalTime>
  <Words>2240</Words>
  <Application>Microsoft Office PowerPoint</Application>
  <PresentationFormat>Widescreen</PresentationFormat>
  <Paragraphs>518</Paragraphs>
  <Slides>20</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20</vt:i4>
      </vt:variant>
    </vt:vector>
  </HeadingPairs>
  <TitlesOfParts>
    <vt:vector size="33"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Grado di copertura di ciascuna soluzione</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38</cp:revision>
  <cp:lastPrinted>2025-09-03T06:59:29Z</cp:lastPrinted>
  <dcterms:created xsi:type="dcterms:W3CDTF">2023-08-25T12:12:23Z</dcterms:created>
  <dcterms:modified xsi:type="dcterms:W3CDTF">2026-07-10T16:49:58Z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